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7.xml" ContentType="application/vnd.openxmlformats-officedocument.drawingml.chart+xml"/>
  <Override PartName="/ppt/charts/chart8.xml" ContentType="application/vnd.openxmlformats-officedocument.drawingml.chart+xml"/>
  <Override PartName="/ppt/charts/colors7.xml" ContentType="application/vnd.ms-office.chartcolorstyle+xml"/>
  <Override PartName="/ppt/charts/colors8.xml" ContentType="application/vnd.ms-office.chartcolorstyle+xml"/>
  <Override PartName="/ppt/charts/style7.xml" ContentType="application/vnd.ms-office.chartstyle+xml"/>
  <Override PartName="/ppt/charts/style8.xml" ContentType="application/vnd.ms-office.chartstyle+xml"/>
  <Override PartName="/ppt/notesMasters/notesMaster1.xml" ContentType="application/vnd.openxmlformats-officedocument.presentationml.notesMaster+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7"/>
  </p:notesMasterIdLst>
  <p:sldIdLst>
    <p:sldId id="263" r:id="rId6"/>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4" userDrawn="1">
          <p15:clr>
            <a:srgbClr val="A4A3A4"/>
          </p15:clr>
        </p15:guide>
        <p15:guide id="2" pos="27074" userDrawn="1">
          <p15:clr>
            <a:srgbClr val="A4A3A4"/>
          </p15:clr>
        </p15:guide>
        <p15:guide id="3" orient="horz" pos="20162" userDrawn="1">
          <p15:clr>
            <a:srgbClr val="A4A3A4"/>
          </p15:clr>
        </p15:guide>
        <p15:guide id="4" pos="511" userDrawn="1">
          <p15:clr>
            <a:srgbClr val="A4A3A4"/>
          </p15:clr>
        </p15:guide>
        <p15:guide id="5" pos="7202" userDrawn="1">
          <p15:clr>
            <a:srgbClr val="A4A3A4"/>
          </p15:clr>
        </p15:guide>
        <p15:guide id="8" pos="6816" userDrawn="1">
          <p15:clr>
            <a:srgbClr val="A4A3A4"/>
          </p15:clr>
        </p15:guide>
        <p15:guide id="10" orient="horz" pos="1267" userDrawn="1">
          <p15:clr>
            <a:srgbClr val="A4A3A4"/>
          </p15:clr>
        </p15:guide>
        <p15:guide id="24" pos="14028" userDrawn="1">
          <p15:clr>
            <a:srgbClr val="A4A3A4"/>
          </p15:clr>
        </p15:guide>
        <p15:guide id="25" pos="20333" userDrawn="1">
          <p15:clr>
            <a:srgbClr val="A4A3A4"/>
          </p15:clr>
        </p15:guide>
        <p15:guide id="26" pos="13552" userDrawn="1">
          <p15:clr>
            <a:srgbClr val="A4A3A4"/>
          </p15:clr>
        </p15:guide>
        <p15:guide id="29" pos="20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4B2C"/>
    <a:srgbClr val="ACC8BF"/>
    <a:srgbClr val="EC6807"/>
    <a:srgbClr val="E4EDE8"/>
    <a:srgbClr val="F47321"/>
    <a:srgbClr val="ACC9BF"/>
    <a:srgbClr val="A3ABB0"/>
    <a:srgbClr val="F5F5F5"/>
    <a:srgbClr val="EEBC48"/>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0"/>
    <p:restoredTop sz="94726"/>
  </p:normalViewPr>
  <p:slideViewPr>
    <p:cSldViewPr snapToGrid="0" snapToObjects="1">
      <p:cViewPr varScale="1">
        <p:scale>
          <a:sx n="16" d="100"/>
          <a:sy n="16" d="100"/>
        </p:scale>
        <p:origin x="1675" y="48"/>
      </p:cViewPr>
      <p:guideLst>
        <p:guide orient="horz" pos="574"/>
        <p:guide pos="27074"/>
        <p:guide orient="horz" pos="20162"/>
        <p:guide pos="511"/>
        <p:guide pos="7202"/>
        <p:guide pos="6816"/>
        <p:guide orient="horz" pos="1267"/>
        <p:guide pos="14028"/>
        <p:guide pos="20333"/>
        <p:guide pos="13552"/>
        <p:guide pos="20795"/>
      </p:guideLst>
    </p:cSldViewPr>
  </p:slideViewPr>
  <p:outlineViewPr>
    <p:cViewPr>
      <p:scale>
        <a:sx n="33" d="100"/>
        <a:sy n="33" d="100"/>
      </p:scale>
      <p:origin x="0" y="0"/>
    </p:cViewPr>
  </p:outlineViewPr>
  <p:notesTextViewPr>
    <p:cViewPr>
      <p:scale>
        <a:sx n="85" d="100"/>
        <a:sy n="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barChart>
        <c:barDir val="col"/>
        <c:grouping val="clustered"/>
        <c:varyColors val="0"/>
        <c:ser>
          <c:idx val="0"/>
          <c:order val="0"/>
          <c:tx>
            <c:strRef>
              <c:f>Sheet1!$B$1</c:f>
              <c:strCache>
                <c:ptCount val="1"/>
                <c:pt idx="0">
                  <c:v>Sales</c:v>
                </c:pt>
              </c:strCache>
            </c:strRef>
          </c:tx>
          <c:spPr>
            <a:solidFill>
              <a:schemeClr val="accent1"/>
            </a:solidFill>
            <a:ln w="19050">
              <a:solidFill>
                <a:schemeClr val="lt1"/>
              </a:solidFill>
            </a:ln>
            <a:effectLst/>
          </c:spPr>
          <c:invertIfNegative val="0"/>
          <c:dPt>
            <c:idx val="0"/>
            <c:invertIfNegative val="0"/>
            <c:bubble3D val="0"/>
            <c:spPr>
              <a:solidFill>
                <a:srgbClr val="BDD3CC"/>
              </a:solidFill>
              <a:ln w="19050">
                <a:solidFill>
                  <a:schemeClr val="lt1"/>
                </a:solidFill>
              </a:ln>
              <a:effectLst/>
            </c:spPr>
            <c:extLst>
              <c:ext xmlns:c16="http://schemas.microsoft.com/office/drawing/2014/chart" uri="{C3380CC4-5D6E-409C-BE32-E72D297353CC}">
                <c16:uniqueId val="{00000001-2B3F-684E-8F43-D50741F6E50F}"/>
              </c:ext>
            </c:extLst>
          </c:dPt>
          <c:dPt>
            <c:idx val="1"/>
            <c:invertIfNegative val="0"/>
            <c:bubble3D val="0"/>
            <c:spPr>
              <a:solidFill>
                <a:srgbClr val="EC6906"/>
              </a:solidFill>
              <a:ln w="19050">
                <a:solidFill>
                  <a:schemeClr val="lt1"/>
                </a:solidFill>
              </a:ln>
              <a:effectLst/>
            </c:spPr>
            <c:extLst>
              <c:ext xmlns:c16="http://schemas.microsoft.com/office/drawing/2014/chart" uri="{C3380CC4-5D6E-409C-BE32-E72D297353CC}">
                <c16:uniqueId val="{00000003-2B3F-684E-8F43-D50741F6E50F}"/>
              </c:ext>
            </c:extLst>
          </c:dPt>
          <c:dPt>
            <c:idx val="2"/>
            <c:invertIfNegative val="0"/>
            <c:bubble3D val="0"/>
            <c:spPr>
              <a:solidFill>
                <a:srgbClr val="074B2C"/>
              </a:solidFill>
              <a:ln w="19050">
                <a:solidFill>
                  <a:schemeClr val="lt1"/>
                </a:solidFill>
              </a:ln>
              <a:effectLst/>
            </c:spPr>
            <c:extLst>
              <c:ext xmlns:c16="http://schemas.microsoft.com/office/drawing/2014/chart" uri="{C3380CC4-5D6E-409C-BE32-E72D297353CC}">
                <c16:uniqueId val="{00000005-2B3F-684E-8F43-D50741F6E50F}"/>
              </c:ext>
            </c:extLst>
          </c:dPt>
          <c:dPt>
            <c:idx val="3"/>
            <c:invertIfNegative val="0"/>
            <c:bubble3D val="0"/>
            <c:spPr>
              <a:solidFill>
                <a:srgbClr val="EEBB48"/>
              </a:solidFill>
              <a:ln w="19050">
                <a:solidFill>
                  <a:schemeClr val="lt1"/>
                </a:solidFill>
              </a:ln>
              <a:effectLst/>
            </c:spPr>
            <c:extLst>
              <c:ext xmlns:c16="http://schemas.microsoft.com/office/drawing/2014/chart" uri="{C3380CC4-5D6E-409C-BE32-E72D297353CC}">
                <c16:uniqueId val="{00000007-2B3F-684E-8F43-D50741F6E50F}"/>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B3F-684E-8F43-D50741F6E50F}"/>
            </c:ext>
          </c:extLst>
        </c:ser>
        <c:dLbls>
          <c:showLegendKey val="0"/>
          <c:showVal val="0"/>
          <c:showCatName val="0"/>
          <c:showSerName val="0"/>
          <c:showPercent val="0"/>
          <c:showBubbleSize val="0"/>
        </c:dLbls>
        <c:gapWidth val="54"/>
        <c:axId val="1240549584"/>
        <c:axId val="1240551312"/>
      </c:barChart>
      <c:catAx>
        <c:axId val="124054958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51312"/>
        <c:crosses val="autoZero"/>
        <c:auto val="1"/>
        <c:lblAlgn val="ctr"/>
        <c:lblOffset val="100"/>
        <c:noMultiLvlLbl val="0"/>
      </c:catAx>
      <c:valAx>
        <c:axId val="1240551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49584"/>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486364417025806E-2"/>
          <c:y val="3.1983837604412375E-2"/>
          <c:w val="0.94451363558297419"/>
          <c:h val="0.94507133294527434"/>
        </c:manualLayout>
      </c:layout>
      <c:barChart>
        <c:barDir val="col"/>
        <c:grouping val="clustered"/>
        <c:varyColors val="0"/>
        <c:ser>
          <c:idx val="0"/>
          <c:order val="0"/>
          <c:tx>
            <c:strRef>
              <c:f>Sheet1!$B$1</c:f>
              <c:strCache>
                <c:ptCount val="1"/>
                <c:pt idx="0">
                  <c:v>Sales</c:v>
                </c:pt>
              </c:strCache>
            </c:strRef>
          </c:tx>
          <c:spPr>
            <a:solidFill>
              <a:schemeClr val="accent1"/>
            </a:solidFill>
            <a:ln w="19050">
              <a:solidFill>
                <a:schemeClr val="lt1"/>
              </a:solidFill>
            </a:ln>
            <a:effectLst/>
          </c:spPr>
          <c:invertIfNegative val="0"/>
          <c:dPt>
            <c:idx val="0"/>
            <c:invertIfNegative val="0"/>
            <c:bubble3D val="0"/>
            <c:spPr>
              <a:solidFill>
                <a:srgbClr val="BDD3CC"/>
              </a:solidFill>
              <a:ln w="19050">
                <a:solidFill>
                  <a:schemeClr val="lt1"/>
                </a:solidFill>
              </a:ln>
              <a:effectLst/>
            </c:spPr>
            <c:extLst>
              <c:ext xmlns:c16="http://schemas.microsoft.com/office/drawing/2014/chart" uri="{C3380CC4-5D6E-409C-BE32-E72D297353CC}">
                <c16:uniqueId val="{00000001-D4DE-1D42-9FBB-B03604C8A74D}"/>
              </c:ext>
            </c:extLst>
          </c:dPt>
          <c:dPt>
            <c:idx val="1"/>
            <c:invertIfNegative val="0"/>
            <c:bubble3D val="0"/>
            <c:spPr>
              <a:solidFill>
                <a:srgbClr val="EC6906"/>
              </a:solidFill>
              <a:ln w="19050">
                <a:solidFill>
                  <a:schemeClr val="lt1"/>
                </a:solidFill>
              </a:ln>
              <a:effectLst/>
            </c:spPr>
            <c:extLst>
              <c:ext xmlns:c16="http://schemas.microsoft.com/office/drawing/2014/chart" uri="{C3380CC4-5D6E-409C-BE32-E72D297353CC}">
                <c16:uniqueId val="{00000003-D4DE-1D42-9FBB-B03604C8A74D}"/>
              </c:ext>
            </c:extLst>
          </c:dPt>
          <c:dPt>
            <c:idx val="2"/>
            <c:invertIfNegative val="0"/>
            <c:bubble3D val="0"/>
            <c:spPr>
              <a:solidFill>
                <a:srgbClr val="074B2C"/>
              </a:solidFill>
              <a:ln w="19050">
                <a:solidFill>
                  <a:schemeClr val="lt1"/>
                </a:solidFill>
              </a:ln>
              <a:effectLst/>
            </c:spPr>
            <c:extLst>
              <c:ext xmlns:c16="http://schemas.microsoft.com/office/drawing/2014/chart" uri="{C3380CC4-5D6E-409C-BE32-E72D297353CC}">
                <c16:uniqueId val="{00000005-D4DE-1D42-9FBB-B03604C8A74D}"/>
              </c:ext>
            </c:extLst>
          </c:dPt>
          <c:dPt>
            <c:idx val="3"/>
            <c:invertIfNegative val="0"/>
            <c:bubble3D val="0"/>
            <c:spPr>
              <a:solidFill>
                <a:srgbClr val="EEBB48"/>
              </a:solidFill>
              <a:ln w="19050">
                <a:solidFill>
                  <a:schemeClr val="lt1"/>
                </a:solidFill>
              </a:ln>
              <a:effectLst/>
            </c:spPr>
            <c:extLst>
              <c:ext xmlns:c16="http://schemas.microsoft.com/office/drawing/2014/chart" uri="{C3380CC4-5D6E-409C-BE32-E72D297353CC}">
                <c16:uniqueId val="{00000007-D4DE-1D42-9FBB-B03604C8A74D}"/>
              </c:ext>
            </c:extLst>
          </c:dPt>
          <c:dLbls>
            <c:spPr>
              <a:noFill/>
              <a:ln>
                <a:noFill/>
              </a:ln>
              <a:effectLst/>
            </c:spPr>
            <c:txPr>
              <a:bodyPr rot="0" spcFirstLastPara="1" vertOverflow="ellipsis" vert="horz" wrap="square" lIns="38100" tIns="19050" rIns="38100" bIns="19050" anchor="ctr" anchorCtr="1">
                <a:spAutoFit/>
              </a:bodyPr>
              <a:lstStyle/>
              <a:p>
                <a:pPr>
                  <a:defRPr sz="32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Lorem</c:v>
                </c:pt>
                <c:pt idx="1">
                  <c:v>Ipsum</c:v>
                </c:pt>
                <c:pt idx="2">
                  <c:v>Dolor</c:v>
                </c:pt>
                <c:pt idx="3">
                  <c:v>Situ</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D4DE-1D42-9FBB-B03604C8A74D}"/>
            </c:ext>
          </c:extLst>
        </c:ser>
        <c:dLbls>
          <c:showLegendKey val="0"/>
          <c:showVal val="0"/>
          <c:showCatName val="0"/>
          <c:showSerName val="0"/>
          <c:showPercent val="0"/>
          <c:showBubbleSize val="0"/>
        </c:dLbls>
        <c:gapWidth val="54"/>
        <c:axId val="1240549584"/>
        <c:axId val="1240551312"/>
      </c:barChart>
      <c:catAx>
        <c:axId val="124054958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51312"/>
        <c:crosses val="autoZero"/>
        <c:auto val="1"/>
        <c:lblAlgn val="ctr"/>
        <c:lblOffset val="100"/>
        <c:noMultiLvlLbl val="0"/>
      </c:catAx>
      <c:valAx>
        <c:axId val="12405513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240549584"/>
        <c:crosses val="autoZero"/>
        <c:crossBetween val="between"/>
        <c:majorUnit val="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D036F-CEB8-CB41-8127-0ADA9B70FC9B}" type="datetimeFigureOut">
              <a:rPr lang="en-US" smtClean="0"/>
              <a:t>10/15/2026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7749B-1F03-F34E-A053-98A42102A17D}" type="slidenum">
              <a:rPr lang="en-US" smtClean="0"/>
              <a:t>‹#›</a:t>
            </a:fld>
            <a:endParaRPr lang="en-US"/>
          </a:p>
        </p:txBody>
      </p:sp>
    </p:spTree>
    <p:extLst>
      <p:ext uri="{BB962C8B-B14F-4D97-AF65-F5344CB8AC3E}">
        <p14:creationId xmlns:p14="http://schemas.microsoft.com/office/powerpoint/2010/main" val="3550132549"/>
      </p:ext>
    </p:extLst>
  </p:cSld>
  <p:clrMap bg1="lt1" tx1="dk1" bg2="lt2" tx2="dk2" accent1="accent1" accent2="accent2" accent3="accent3" accent4="accent4" accent5="accent5" accent6="accent6" hlink="hlink" folHlink="folHlink"/>
  <p:notesStyle>
    <a:lvl1pPr marL="0" algn="l" defTabSz="3686286" rtl="0" eaLnBrk="1" latinLnBrk="0" hangingPunct="1">
      <a:defRPr sz="4841" kern="1200">
        <a:solidFill>
          <a:schemeClr val="tx1"/>
        </a:solidFill>
        <a:latin typeface="+mn-lt"/>
        <a:ea typeface="+mn-ea"/>
        <a:cs typeface="+mn-cs"/>
      </a:defRPr>
    </a:lvl1pPr>
    <a:lvl2pPr marL="1843139" algn="l" defTabSz="3686286" rtl="0" eaLnBrk="1" latinLnBrk="0" hangingPunct="1">
      <a:defRPr sz="4841" kern="1200">
        <a:solidFill>
          <a:schemeClr val="tx1"/>
        </a:solidFill>
        <a:latin typeface="+mn-lt"/>
        <a:ea typeface="+mn-ea"/>
        <a:cs typeface="+mn-cs"/>
      </a:defRPr>
    </a:lvl2pPr>
    <a:lvl3pPr marL="3686286" algn="l" defTabSz="3686286" rtl="0" eaLnBrk="1" latinLnBrk="0" hangingPunct="1">
      <a:defRPr sz="4841" kern="1200">
        <a:solidFill>
          <a:schemeClr val="tx1"/>
        </a:solidFill>
        <a:latin typeface="+mn-lt"/>
        <a:ea typeface="+mn-ea"/>
        <a:cs typeface="+mn-cs"/>
      </a:defRPr>
    </a:lvl3pPr>
    <a:lvl4pPr marL="5529426" algn="l" defTabSz="3686286" rtl="0" eaLnBrk="1" latinLnBrk="0" hangingPunct="1">
      <a:defRPr sz="4841" kern="1200">
        <a:solidFill>
          <a:schemeClr val="tx1"/>
        </a:solidFill>
        <a:latin typeface="+mn-lt"/>
        <a:ea typeface="+mn-ea"/>
        <a:cs typeface="+mn-cs"/>
      </a:defRPr>
    </a:lvl4pPr>
    <a:lvl5pPr marL="7372565" algn="l" defTabSz="3686286" rtl="0" eaLnBrk="1" latinLnBrk="0" hangingPunct="1">
      <a:defRPr sz="4841" kern="1200">
        <a:solidFill>
          <a:schemeClr val="tx1"/>
        </a:solidFill>
        <a:latin typeface="+mn-lt"/>
        <a:ea typeface="+mn-ea"/>
        <a:cs typeface="+mn-cs"/>
      </a:defRPr>
    </a:lvl5pPr>
    <a:lvl6pPr marL="9215702" algn="l" defTabSz="3686286" rtl="0" eaLnBrk="1" latinLnBrk="0" hangingPunct="1">
      <a:defRPr sz="4841" kern="1200">
        <a:solidFill>
          <a:schemeClr val="tx1"/>
        </a:solidFill>
        <a:latin typeface="+mn-lt"/>
        <a:ea typeface="+mn-ea"/>
        <a:cs typeface="+mn-cs"/>
      </a:defRPr>
    </a:lvl6pPr>
    <a:lvl7pPr marL="11058852" algn="l" defTabSz="3686286" rtl="0" eaLnBrk="1" latinLnBrk="0" hangingPunct="1">
      <a:defRPr sz="4841" kern="1200">
        <a:solidFill>
          <a:schemeClr val="tx1"/>
        </a:solidFill>
        <a:latin typeface="+mn-lt"/>
        <a:ea typeface="+mn-ea"/>
        <a:cs typeface="+mn-cs"/>
      </a:defRPr>
    </a:lvl7pPr>
    <a:lvl8pPr marL="12901991" algn="l" defTabSz="3686286" rtl="0" eaLnBrk="1" latinLnBrk="0" hangingPunct="1">
      <a:defRPr sz="4841" kern="1200">
        <a:solidFill>
          <a:schemeClr val="tx1"/>
        </a:solidFill>
        <a:latin typeface="+mn-lt"/>
        <a:ea typeface="+mn-ea"/>
        <a:cs typeface="+mn-cs"/>
      </a:defRPr>
    </a:lvl8pPr>
    <a:lvl9pPr marL="14745128" algn="l" defTabSz="3686286" rtl="0" eaLnBrk="1" latinLnBrk="0" hangingPunct="1">
      <a:defRPr sz="4841"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5"/>
          </p:nvPr>
        </p:nvSpPr>
        <p:spPr/>
        <p:txBody>
          <a:bodyPr/>
          <a:lstStyle/>
          <a:p>
            <a:fld id="{4287749B-1F03-F34E-A053-98A42102A17D}" type="slidenum">
              <a:rPr lang="en-US" smtClean="0"/>
              <a:t>5</a:t>
            </a:fld>
            <a:endParaRPr lang="en-US"/>
          </a:p>
        </p:txBody>
      </p:sp>
    </p:spTree>
    <p:extLst>
      <p:ext uri="{BB962C8B-B14F-4D97-AF65-F5344CB8AC3E}">
        <p14:creationId xmlns:p14="http://schemas.microsoft.com/office/powerpoint/2010/main" val="2997818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D54FF0-737E-7084-A61E-0E092B723ED2}"/>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11" name="Subtitle 2">
            <a:extLst>
              <a:ext uri="{FF2B5EF4-FFF2-40B4-BE49-F238E27FC236}">
                <a16:creationId xmlns:a16="http://schemas.microsoft.com/office/drawing/2014/main" id="{79508DEE-7208-53DE-4A4B-385FFED3CD05}"/>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6"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9" name="Rectangle 74">
            <a:extLst>
              <a:ext uri="{FF2B5EF4-FFF2-40B4-BE49-F238E27FC236}">
                <a16:creationId xmlns:a16="http://schemas.microsoft.com/office/drawing/2014/main" id="{5E2BB80D-3E92-C56A-05FC-0537680E6790}"/>
              </a:ext>
            </a:extLst>
          </p:cNvPr>
          <p:cNvSpPr/>
          <p:nvPr userDrawn="1"/>
        </p:nvSpPr>
        <p:spPr>
          <a:xfrm>
            <a:off x="29477285"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208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5" y="5041470"/>
            <a:ext cx="27768377" cy="25929511"/>
          </a:xfrm>
          <a:prstGeom prst="roundRect">
            <a:avLst>
              <a:gd name="adj" fmla="val 1670"/>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8E31A6A-7F7D-9334-2052-6D3984F7126E}"/>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66B719B7-6D4F-24BE-5F27-537C10BF1D41}"/>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2151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42045625" cy="25929511"/>
          </a:xfrm>
          <a:prstGeom prst="roundRect">
            <a:avLst>
              <a:gd name="adj" fmla="val 1594"/>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336F76C-707A-A060-1E1A-E42FED70B3F5}"/>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82169F43-048D-14F5-F242-933366C5DF26}"/>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242212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596578-2416-A755-FE73-E1C19F3B4179}"/>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5" name="Subtitle 2">
            <a:extLst>
              <a:ext uri="{FF2B5EF4-FFF2-40B4-BE49-F238E27FC236}">
                <a16:creationId xmlns:a16="http://schemas.microsoft.com/office/drawing/2014/main" id="{84C93998-FE66-CCD6-7526-DCBC1B459B5B}"/>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0" name="Rectangle 74">
            <a:extLst>
              <a:ext uri="{FF2B5EF4-FFF2-40B4-BE49-F238E27FC236}">
                <a16:creationId xmlns:a16="http://schemas.microsoft.com/office/drawing/2014/main" id="{5EE0746F-94DB-304B-FFCF-E6B010DC1DB0}"/>
              </a:ext>
            </a:extLst>
          </p:cNvPr>
          <p:cNvSpPr/>
          <p:nvPr userDrawn="1"/>
        </p:nvSpPr>
        <p:spPr>
          <a:xfrm>
            <a:off x="11600571"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1" name="Rectangle 74">
            <a:extLst>
              <a:ext uri="{FF2B5EF4-FFF2-40B4-BE49-F238E27FC236}">
                <a16:creationId xmlns:a16="http://schemas.microsoft.com/office/drawing/2014/main" id="{0AA7A894-7B9F-92A0-F5A8-F69F6BA03FEA}"/>
              </a:ext>
            </a:extLst>
          </p:cNvPr>
          <p:cNvSpPr/>
          <p:nvPr userDrawn="1"/>
        </p:nvSpPr>
        <p:spPr>
          <a:xfrm>
            <a:off x="22278355"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2" name="Rectangle 74">
            <a:extLst>
              <a:ext uri="{FF2B5EF4-FFF2-40B4-BE49-F238E27FC236}">
                <a16:creationId xmlns:a16="http://schemas.microsoft.com/office/drawing/2014/main" id="{79964C40-05CD-E613-B4B6-A6AC32B661FE}"/>
              </a:ext>
            </a:extLst>
          </p:cNvPr>
          <p:cNvSpPr/>
          <p:nvPr userDrawn="1"/>
        </p:nvSpPr>
        <p:spPr>
          <a:xfrm>
            <a:off x="32956138"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586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74">
            <a:extLst>
              <a:ext uri="{FF2B5EF4-FFF2-40B4-BE49-F238E27FC236}">
                <a16:creationId xmlns:a16="http://schemas.microsoft.com/office/drawing/2014/main" id="{83D62FA9-9200-D38B-2BA3-84EE8A26865C}"/>
              </a:ext>
            </a:extLst>
          </p:cNvPr>
          <p:cNvSpPr/>
          <p:nvPr userDrawn="1"/>
        </p:nvSpPr>
        <p:spPr>
          <a:xfrm>
            <a:off x="22312408"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4" name="Rectangle 74">
            <a:extLst>
              <a:ext uri="{FF2B5EF4-FFF2-40B4-BE49-F238E27FC236}">
                <a16:creationId xmlns:a16="http://schemas.microsoft.com/office/drawing/2014/main" id="{17D846FC-318D-BAD3-3F26-77ED816F6119}"/>
              </a:ext>
            </a:extLst>
          </p:cNvPr>
          <p:cNvSpPr/>
          <p:nvPr userDrawn="1"/>
        </p:nvSpPr>
        <p:spPr>
          <a:xfrm>
            <a:off x="22312407"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Rectangle 74">
            <a:extLst>
              <a:ext uri="{FF2B5EF4-FFF2-40B4-BE49-F238E27FC236}">
                <a16:creationId xmlns:a16="http://schemas.microsoft.com/office/drawing/2014/main" id="{F23A778B-9F76-8BA1-BC1A-09DA1F99B308}"/>
              </a:ext>
            </a:extLst>
          </p:cNvPr>
          <p:cNvSpPr/>
          <p:nvPr userDrawn="1"/>
        </p:nvSpPr>
        <p:spPr>
          <a:xfrm>
            <a:off x="922786"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99DC7A1B-27F8-FEA1-D4B6-3FE9992CBC94}"/>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4BF075DB-FE52-2059-F68A-72738FBB9C9E}"/>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33340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98330B-12AF-50F8-6C86-DE1AE70CE2BE}"/>
              </a:ext>
            </a:extLst>
          </p:cNvPr>
          <p:cNvSpPr/>
          <p:nvPr userDrawn="1"/>
        </p:nvSpPr>
        <p:spPr>
          <a:xfrm>
            <a:off x="0" y="0"/>
            <a:ext cx="43891200" cy="32918400"/>
          </a:xfrm>
          <a:prstGeom prst="rect">
            <a:avLst/>
          </a:prstGeom>
          <a:solidFill>
            <a:srgbClr val="074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81FE7471-DD7F-67FA-DFD2-D5A35509B78E}"/>
              </a:ext>
            </a:extLst>
          </p:cNvPr>
          <p:cNvSpPr/>
          <p:nvPr/>
        </p:nvSpPr>
        <p:spPr>
          <a:xfrm>
            <a:off x="34479372" y="1327293"/>
            <a:ext cx="902300" cy="1115393"/>
          </a:xfrm>
          <a:custGeom>
            <a:avLst/>
            <a:gdLst>
              <a:gd name="connsiteX0" fmla="*/ 465263 w 958645"/>
              <a:gd name="connsiteY0" fmla="*/ 808559 h 1185044"/>
              <a:gd name="connsiteX1" fmla="*/ 465263 w 958645"/>
              <a:gd name="connsiteY1" fmla="*/ 0 h 1185044"/>
              <a:gd name="connsiteX2" fmla="*/ 958645 w 958645"/>
              <a:gd name="connsiteY2" fmla="*/ 0 h 1185044"/>
              <a:gd name="connsiteX3" fmla="*/ 958645 w 958645"/>
              <a:gd name="connsiteY3" fmla="*/ 936160 h 1185044"/>
              <a:gd name="connsiteX4" fmla="*/ 0 w 958645"/>
              <a:gd name="connsiteY4" fmla="*/ 1185045 h 1185044"/>
              <a:gd name="connsiteX5" fmla="*/ 0 w 958645"/>
              <a:gd name="connsiteY5" fmla="*/ 1072605 h 1185044"/>
              <a:gd name="connsiteX6" fmla="*/ 46526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65263" y="808559"/>
                </a:moveTo>
                <a:lnTo>
                  <a:pt x="465263" y="0"/>
                </a:lnTo>
                <a:lnTo>
                  <a:pt x="958645" y="0"/>
                </a:lnTo>
                <a:cubicBezTo>
                  <a:pt x="958645" y="0"/>
                  <a:pt x="958645" y="904576"/>
                  <a:pt x="958645" y="936160"/>
                </a:cubicBezTo>
                <a:cubicBezTo>
                  <a:pt x="958645" y="1114296"/>
                  <a:pt x="465263" y="1185045"/>
                  <a:pt x="0" y="1185045"/>
                </a:cubicBezTo>
                <a:cubicBezTo>
                  <a:pt x="0" y="1162304"/>
                  <a:pt x="0" y="1107979"/>
                  <a:pt x="0" y="1072605"/>
                </a:cubicBezTo>
                <a:cubicBezTo>
                  <a:pt x="233909" y="1072605"/>
                  <a:pt x="465263" y="1023333"/>
                  <a:pt x="465263" y="808559"/>
                </a:cubicBezTo>
                <a:close/>
              </a:path>
            </a:pathLst>
          </a:custGeom>
          <a:solidFill>
            <a:srgbClr val="124734"/>
          </a:solidFill>
          <a:ln w="38100" cap="flat">
            <a:solidFill>
              <a:schemeClr val="bg1"/>
            </a:solid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D5167C-CEDE-5E6A-0042-F31DCAEC9284}"/>
              </a:ext>
            </a:extLst>
          </p:cNvPr>
          <p:cNvSpPr/>
          <p:nvPr/>
        </p:nvSpPr>
        <p:spPr>
          <a:xfrm>
            <a:off x="33501279" y="1327293"/>
            <a:ext cx="902300" cy="1115393"/>
          </a:xfrm>
          <a:custGeom>
            <a:avLst/>
            <a:gdLst>
              <a:gd name="connsiteX0" fmla="*/ 493383 w 958645"/>
              <a:gd name="connsiteY0" fmla="*/ 808559 h 1185044"/>
              <a:gd name="connsiteX1" fmla="*/ 493383 w 958645"/>
              <a:gd name="connsiteY1" fmla="*/ 0 h 1185044"/>
              <a:gd name="connsiteX2" fmla="*/ 0 w 958645"/>
              <a:gd name="connsiteY2" fmla="*/ 0 h 1185044"/>
              <a:gd name="connsiteX3" fmla="*/ 0 w 958645"/>
              <a:gd name="connsiteY3" fmla="*/ 936160 h 1185044"/>
              <a:gd name="connsiteX4" fmla="*/ 958645 w 958645"/>
              <a:gd name="connsiteY4" fmla="*/ 1185045 h 1185044"/>
              <a:gd name="connsiteX5" fmla="*/ 958645 w 958645"/>
              <a:gd name="connsiteY5" fmla="*/ 1072605 h 1185044"/>
              <a:gd name="connsiteX6" fmla="*/ 49338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93383" y="808559"/>
                </a:moveTo>
                <a:lnTo>
                  <a:pt x="493383" y="0"/>
                </a:lnTo>
                <a:lnTo>
                  <a:pt x="0" y="0"/>
                </a:lnTo>
                <a:cubicBezTo>
                  <a:pt x="0" y="0"/>
                  <a:pt x="0" y="904576"/>
                  <a:pt x="0" y="936160"/>
                </a:cubicBezTo>
                <a:cubicBezTo>
                  <a:pt x="0" y="1114296"/>
                  <a:pt x="493383" y="1185045"/>
                  <a:pt x="958645" y="1185045"/>
                </a:cubicBezTo>
                <a:cubicBezTo>
                  <a:pt x="958645" y="1162304"/>
                  <a:pt x="958645" y="1107979"/>
                  <a:pt x="958645" y="1072605"/>
                </a:cubicBezTo>
                <a:cubicBezTo>
                  <a:pt x="724736" y="1072605"/>
                  <a:pt x="493383" y="1023333"/>
                  <a:pt x="493383" y="808559"/>
                </a:cubicBezTo>
                <a:close/>
              </a:path>
            </a:pathLst>
          </a:custGeom>
          <a:solidFill>
            <a:srgbClr val="EB751F"/>
          </a:solidFill>
          <a:ln w="38100" cap="flat">
            <a:solidFill>
              <a:schemeClr val="bg1"/>
            </a:solidFill>
            <a:prstDash val="solid"/>
            <a:miter/>
          </a:ln>
        </p:spPr>
        <p:txBody>
          <a:bodyPr rtlCol="0" anchor="ctr"/>
          <a:lstStyle/>
          <a:p>
            <a:endParaRPr lang="en-US"/>
          </a:p>
        </p:txBody>
      </p:sp>
      <p:grpSp>
        <p:nvGrpSpPr>
          <p:cNvPr id="18" name="Graphic 3">
            <a:extLst>
              <a:ext uri="{FF2B5EF4-FFF2-40B4-BE49-F238E27FC236}">
                <a16:creationId xmlns:a16="http://schemas.microsoft.com/office/drawing/2014/main" id="{68E2DC60-542B-EA8E-594B-2585B22C3DDD}"/>
              </a:ext>
            </a:extLst>
          </p:cNvPr>
          <p:cNvGrpSpPr/>
          <p:nvPr/>
        </p:nvGrpSpPr>
        <p:grpSpPr>
          <a:xfrm>
            <a:off x="36152838" y="1321347"/>
            <a:ext cx="3438366" cy="221176"/>
            <a:chOff x="35769995" y="1329069"/>
            <a:chExt cx="3653077" cy="234987"/>
          </a:xfrm>
          <a:solidFill>
            <a:schemeClr val="bg1"/>
          </a:solidFill>
        </p:grpSpPr>
        <p:sp>
          <p:nvSpPr>
            <p:cNvPr id="59" name="Freeform 58">
              <a:extLst>
                <a:ext uri="{FF2B5EF4-FFF2-40B4-BE49-F238E27FC236}">
                  <a16:creationId xmlns:a16="http://schemas.microsoft.com/office/drawing/2014/main" id="{BB6FFAF2-1FFB-1B76-762D-7EEB6DBCA8FC}"/>
                </a:ext>
              </a:extLst>
            </p:cNvPr>
            <p:cNvSpPr/>
            <p:nvPr/>
          </p:nvSpPr>
          <p:spPr>
            <a:xfrm>
              <a:off x="35769995" y="1336649"/>
              <a:ext cx="237744" cy="226143"/>
            </a:xfrm>
            <a:custGeom>
              <a:avLst/>
              <a:gdLst>
                <a:gd name="connsiteX0" fmla="*/ 0 w 237744"/>
                <a:gd name="connsiteY0" fmla="*/ 0 h 226143"/>
                <a:gd name="connsiteX1" fmla="*/ 102255 w 237744"/>
                <a:gd name="connsiteY1" fmla="*/ 0 h 226143"/>
                <a:gd name="connsiteX2" fmla="*/ 102255 w 237744"/>
                <a:gd name="connsiteY2" fmla="*/ 11370 h 226143"/>
                <a:gd name="connsiteX3" fmla="*/ 81804 w 237744"/>
                <a:gd name="connsiteY3" fmla="*/ 11370 h 226143"/>
                <a:gd name="connsiteX4" fmla="*/ 70301 w 237744"/>
                <a:gd name="connsiteY4" fmla="*/ 13897 h 226143"/>
                <a:gd name="connsiteX5" fmla="*/ 66466 w 237744"/>
                <a:gd name="connsiteY5" fmla="*/ 22741 h 226143"/>
                <a:gd name="connsiteX6" fmla="*/ 66466 w 237744"/>
                <a:gd name="connsiteY6" fmla="*/ 147815 h 226143"/>
                <a:gd name="connsiteX7" fmla="*/ 70301 w 237744"/>
                <a:gd name="connsiteY7" fmla="*/ 176872 h 226143"/>
                <a:gd name="connsiteX8" fmla="*/ 89474 w 237744"/>
                <a:gd name="connsiteY8" fmla="*/ 200876 h 226143"/>
                <a:gd name="connsiteX9" fmla="*/ 125263 w 237744"/>
                <a:gd name="connsiteY9" fmla="*/ 209720 h 226143"/>
                <a:gd name="connsiteX10" fmla="*/ 171278 w 237744"/>
                <a:gd name="connsiteY10" fmla="*/ 194560 h 226143"/>
                <a:gd name="connsiteX11" fmla="*/ 186616 w 237744"/>
                <a:gd name="connsiteY11" fmla="*/ 152868 h 226143"/>
                <a:gd name="connsiteX12" fmla="*/ 186616 w 237744"/>
                <a:gd name="connsiteY12" fmla="*/ 51798 h 226143"/>
                <a:gd name="connsiteX13" fmla="*/ 185338 w 237744"/>
                <a:gd name="connsiteY13" fmla="*/ 31584 h 226143"/>
                <a:gd name="connsiteX14" fmla="*/ 180225 w 237744"/>
                <a:gd name="connsiteY14" fmla="*/ 20214 h 226143"/>
                <a:gd name="connsiteX15" fmla="*/ 171278 w 237744"/>
                <a:gd name="connsiteY15" fmla="*/ 15160 h 226143"/>
                <a:gd name="connsiteX16" fmla="*/ 153383 w 237744"/>
                <a:gd name="connsiteY16" fmla="*/ 12634 h 226143"/>
                <a:gd name="connsiteX17" fmla="*/ 153383 w 237744"/>
                <a:gd name="connsiteY17" fmla="*/ 1263 h 226143"/>
                <a:gd name="connsiteX18" fmla="*/ 237744 w 237744"/>
                <a:gd name="connsiteY18" fmla="*/ 1263 h 226143"/>
                <a:gd name="connsiteX19" fmla="*/ 237744 w 237744"/>
                <a:gd name="connsiteY19" fmla="*/ 12634 h 226143"/>
                <a:gd name="connsiteX20" fmla="*/ 231353 w 237744"/>
                <a:gd name="connsiteY20" fmla="*/ 12634 h 226143"/>
                <a:gd name="connsiteX21" fmla="*/ 210902 w 237744"/>
                <a:gd name="connsiteY21" fmla="*/ 20214 h 226143"/>
                <a:gd name="connsiteX22" fmla="*/ 204511 w 237744"/>
                <a:gd name="connsiteY22" fmla="*/ 41691 h 226143"/>
                <a:gd name="connsiteX23" fmla="*/ 204511 w 237744"/>
                <a:gd name="connsiteY23" fmla="*/ 150342 h 226143"/>
                <a:gd name="connsiteX24" fmla="*/ 184060 w 237744"/>
                <a:gd name="connsiteY24" fmla="*/ 204667 h 226143"/>
                <a:gd name="connsiteX25" fmla="*/ 122706 w 237744"/>
                <a:gd name="connsiteY25" fmla="*/ 226144 h 226143"/>
                <a:gd name="connsiteX26" fmla="*/ 70301 w 237744"/>
                <a:gd name="connsiteY26" fmla="*/ 217300 h 226143"/>
                <a:gd name="connsiteX27" fmla="*/ 43459 w 237744"/>
                <a:gd name="connsiteY27" fmla="*/ 190770 h 226143"/>
                <a:gd name="connsiteX28" fmla="*/ 37068 w 237744"/>
                <a:gd name="connsiteY28" fmla="*/ 156658 h 226143"/>
                <a:gd name="connsiteX29" fmla="*/ 37068 w 237744"/>
                <a:gd name="connsiteY29" fmla="*/ 22741 h 226143"/>
                <a:gd name="connsiteX30" fmla="*/ 33233 w 237744"/>
                <a:gd name="connsiteY30" fmla="*/ 15160 h 226143"/>
                <a:gd name="connsiteX31" fmla="*/ 23008 w 237744"/>
                <a:gd name="connsiteY31" fmla="*/ 12634 h 226143"/>
                <a:gd name="connsiteX32" fmla="*/ 1278 w 237744"/>
                <a:gd name="connsiteY32" fmla="*/ 12634 h 226143"/>
                <a:gd name="connsiteX33" fmla="*/ 1278 w 237744"/>
                <a:gd name="connsiteY33" fmla="*/ 1263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7744" h="226143">
                  <a:moveTo>
                    <a:pt x="0" y="0"/>
                  </a:moveTo>
                  <a:lnTo>
                    <a:pt x="102255" y="0"/>
                  </a:lnTo>
                  <a:lnTo>
                    <a:pt x="102255" y="11370"/>
                  </a:lnTo>
                  <a:lnTo>
                    <a:pt x="81804" y="11370"/>
                  </a:lnTo>
                  <a:cubicBezTo>
                    <a:pt x="81804" y="11370"/>
                    <a:pt x="72857" y="11370"/>
                    <a:pt x="70301" y="13897"/>
                  </a:cubicBezTo>
                  <a:cubicBezTo>
                    <a:pt x="67744" y="15160"/>
                    <a:pt x="66466" y="18951"/>
                    <a:pt x="66466" y="22741"/>
                  </a:cubicBezTo>
                  <a:lnTo>
                    <a:pt x="66466" y="147815"/>
                  </a:lnTo>
                  <a:cubicBezTo>
                    <a:pt x="66466" y="160449"/>
                    <a:pt x="66466" y="170556"/>
                    <a:pt x="70301" y="176872"/>
                  </a:cubicBezTo>
                  <a:cubicBezTo>
                    <a:pt x="74135" y="186979"/>
                    <a:pt x="80526" y="194560"/>
                    <a:pt x="89474" y="200876"/>
                  </a:cubicBezTo>
                  <a:cubicBezTo>
                    <a:pt x="98421" y="207193"/>
                    <a:pt x="109925" y="209720"/>
                    <a:pt x="125263" y="209720"/>
                  </a:cubicBezTo>
                  <a:cubicBezTo>
                    <a:pt x="145714" y="209720"/>
                    <a:pt x="161053" y="204667"/>
                    <a:pt x="171278" y="194560"/>
                  </a:cubicBezTo>
                  <a:cubicBezTo>
                    <a:pt x="181504" y="184453"/>
                    <a:pt x="186616" y="170556"/>
                    <a:pt x="186616" y="152868"/>
                  </a:cubicBezTo>
                  <a:lnTo>
                    <a:pt x="186616" y="51798"/>
                  </a:lnTo>
                  <a:cubicBezTo>
                    <a:pt x="186616" y="42955"/>
                    <a:pt x="186616" y="36638"/>
                    <a:pt x="185338" y="31584"/>
                  </a:cubicBezTo>
                  <a:cubicBezTo>
                    <a:pt x="185338" y="26531"/>
                    <a:pt x="182782" y="22741"/>
                    <a:pt x="180225" y="20214"/>
                  </a:cubicBezTo>
                  <a:cubicBezTo>
                    <a:pt x="177669" y="17687"/>
                    <a:pt x="175112" y="15160"/>
                    <a:pt x="171278" y="15160"/>
                  </a:cubicBezTo>
                  <a:cubicBezTo>
                    <a:pt x="167444" y="13897"/>
                    <a:pt x="161053" y="12634"/>
                    <a:pt x="153383" y="12634"/>
                  </a:cubicBezTo>
                  <a:lnTo>
                    <a:pt x="153383" y="1263"/>
                  </a:lnTo>
                  <a:lnTo>
                    <a:pt x="237744" y="1263"/>
                  </a:lnTo>
                  <a:lnTo>
                    <a:pt x="237744" y="12634"/>
                  </a:lnTo>
                  <a:lnTo>
                    <a:pt x="231353" y="12634"/>
                  </a:lnTo>
                  <a:cubicBezTo>
                    <a:pt x="222406" y="12634"/>
                    <a:pt x="214737" y="15160"/>
                    <a:pt x="210902" y="20214"/>
                  </a:cubicBezTo>
                  <a:cubicBezTo>
                    <a:pt x="207067" y="25267"/>
                    <a:pt x="204511" y="32848"/>
                    <a:pt x="204511" y="41691"/>
                  </a:cubicBezTo>
                  <a:lnTo>
                    <a:pt x="204511" y="150342"/>
                  </a:lnTo>
                  <a:cubicBezTo>
                    <a:pt x="204511" y="174346"/>
                    <a:pt x="198120" y="192033"/>
                    <a:pt x="184060" y="204667"/>
                  </a:cubicBezTo>
                  <a:cubicBezTo>
                    <a:pt x="168722" y="218564"/>
                    <a:pt x="148270" y="226144"/>
                    <a:pt x="122706" y="226144"/>
                  </a:cubicBezTo>
                  <a:cubicBezTo>
                    <a:pt x="100977" y="226144"/>
                    <a:pt x="83083" y="223617"/>
                    <a:pt x="70301" y="217300"/>
                  </a:cubicBezTo>
                  <a:cubicBezTo>
                    <a:pt x="57519" y="210983"/>
                    <a:pt x="48571" y="202140"/>
                    <a:pt x="43459" y="190770"/>
                  </a:cubicBezTo>
                  <a:cubicBezTo>
                    <a:pt x="39624" y="181926"/>
                    <a:pt x="37068" y="170556"/>
                    <a:pt x="37068" y="156658"/>
                  </a:cubicBezTo>
                  <a:lnTo>
                    <a:pt x="37068" y="22741"/>
                  </a:lnTo>
                  <a:cubicBezTo>
                    <a:pt x="37068" y="22741"/>
                    <a:pt x="37068" y="16424"/>
                    <a:pt x="33233" y="15160"/>
                  </a:cubicBezTo>
                  <a:cubicBezTo>
                    <a:pt x="29398" y="13897"/>
                    <a:pt x="26842" y="12634"/>
                    <a:pt x="23008" y="12634"/>
                  </a:cubicBezTo>
                  <a:lnTo>
                    <a:pt x="1278" y="12634"/>
                  </a:lnTo>
                  <a:lnTo>
                    <a:pt x="1278"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00306EAD-BA01-90BA-F0B8-E5978670BAEF}"/>
                </a:ext>
              </a:extLst>
            </p:cNvPr>
            <p:cNvSpPr/>
            <p:nvPr/>
          </p:nvSpPr>
          <p:spPr>
            <a:xfrm>
              <a:off x="36024356" y="1335386"/>
              <a:ext cx="231352" cy="222353"/>
            </a:xfrm>
            <a:custGeom>
              <a:avLst/>
              <a:gdLst>
                <a:gd name="connsiteX0" fmla="*/ 0 w 231352"/>
                <a:gd name="connsiteY0" fmla="*/ 1263 h 222353"/>
                <a:gd name="connsiteX1" fmla="*/ 52406 w 231352"/>
                <a:gd name="connsiteY1" fmla="*/ 1263 h 222353"/>
                <a:gd name="connsiteX2" fmla="*/ 186616 w 231352"/>
                <a:gd name="connsiteY2" fmla="*/ 175609 h 222353"/>
                <a:gd name="connsiteX3" fmla="*/ 186616 w 231352"/>
                <a:gd name="connsiteY3" fmla="*/ 49272 h 222353"/>
                <a:gd name="connsiteX4" fmla="*/ 177669 w 231352"/>
                <a:gd name="connsiteY4" fmla="*/ 21477 h 222353"/>
                <a:gd name="connsiteX5" fmla="*/ 153383 w 231352"/>
                <a:gd name="connsiteY5" fmla="*/ 12634 h 222353"/>
                <a:gd name="connsiteX6" fmla="*/ 153383 w 231352"/>
                <a:gd name="connsiteY6" fmla="*/ 1263 h 222353"/>
                <a:gd name="connsiteX7" fmla="*/ 231353 w 231352"/>
                <a:gd name="connsiteY7" fmla="*/ 1263 h 222353"/>
                <a:gd name="connsiteX8" fmla="*/ 231353 w 231352"/>
                <a:gd name="connsiteY8" fmla="*/ 12634 h 222353"/>
                <a:gd name="connsiteX9" fmla="*/ 213458 w 231352"/>
                <a:gd name="connsiteY9" fmla="*/ 16424 h 222353"/>
                <a:gd name="connsiteX10" fmla="*/ 203233 w 231352"/>
                <a:gd name="connsiteY10" fmla="*/ 27794 h 222353"/>
                <a:gd name="connsiteX11" fmla="*/ 199398 w 231352"/>
                <a:gd name="connsiteY11" fmla="*/ 46745 h 222353"/>
                <a:gd name="connsiteX12" fmla="*/ 199398 w 231352"/>
                <a:gd name="connsiteY12" fmla="*/ 222354 h 222353"/>
                <a:gd name="connsiteX13" fmla="*/ 185338 w 231352"/>
                <a:gd name="connsiteY13" fmla="*/ 222354 h 222353"/>
                <a:gd name="connsiteX14" fmla="*/ 47293 w 231352"/>
                <a:gd name="connsiteY14" fmla="*/ 41691 h 222353"/>
                <a:gd name="connsiteX15" fmla="*/ 47293 w 231352"/>
                <a:gd name="connsiteY15" fmla="*/ 175609 h 222353"/>
                <a:gd name="connsiteX16" fmla="*/ 56240 w 231352"/>
                <a:gd name="connsiteY16" fmla="*/ 202140 h 222353"/>
                <a:gd name="connsiteX17" fmla="*/ 84361 w 231352"/>
                <a:gd name="connsiteY17" fmla="*/ 210983 h 222353"/>
                <a:gd name="connsiteX18" fmla="*/ 84361 w 231352"/>
                <a:gd name="connsiteY18" fmla="*/ 222354 h 222353"/>
                <a:gd name="connsiteX19" fmla="*/ 0 w 231352"/>
                <a:gd name="connsiteY19" fmla="*/ 222354 h 222353"/>
                <a:gd name="connsiteX20" fmla="*/ 0 w 231352"/>
                <a:gd name="connsiteY20" fmla="*/ 210983 h 222353"/>
                <a:gd name="connsiteX21" fmla="*/ 25564 w 231352"/>
                <a:gd name="connsiteY21" fmla="*/ 200876 h 222353"/>
                <a:gd name="connsiteX22" fmla="*/ 34511 w 231352"/>
                <a:gd name="connsiteY22" fmla="*/ 176872 h 222353"/>
                <a:gd name="connsiteX23" fmla="*/ 34511 w 231352"/>
                <a:gd name="connsiteY23" fmla="*/ 26531 h 222353"/>
                <a:gd name="connsiteX24" fmla="*/ 31955 w 231352"/>
                <a:gd name="connsiteY24" fmla="*/ 24004 h 222353"/>
                <a:gd name="connsiteX25" fmla="*/ 21729 w 231352"/>
                <a:gd name="connsiteY25" fmla="*/ 13897 h 222353"/>
                <a:gd name="connsiteX26" fmla="*/ 10225 w 231352"/>
                <a:gd name="connsiteY26" fmla="*/ 11370 h 222353"/>
                <a:gd name="connsiteX27" fmla="*/ 0 w 231352"/>
                <a:gd name="connsiteY27" fmla="*/ 11370 h 222353"/>
                <a:gd name="connsiteX28" fmla="*/ 0 w 231352"/>
                <a:gd name="connsiteY28"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1352" h="222353">
                  <a:moveTo>
                    <a:pt x="0" y="1263"/>
                  </a:moveTo>
                  <a:lnTo>
                    <a:pt x="52406" y="1263"/>
                  </a:lnTo>
                  <a:lnTo>
                    <a:pt x="186616" y="175609"/>
                  </a:lnTo>
                  <a:lnTo>
                    <a:pt x="186616" y="49272"/>
                  </a:lnTo>
                  <a:cubicBezTo>
                    <a:pt x="186616" y="36638"/>
                    <a:pt x="184060" y="27794"/>
                    <a:pt x="177669" y="21477"/>
                  </a:cubicBezTo>
                  <a:cubicBezTo>
                    <a:pt x="172556" y="16424"/>
                    <a:pt x="164887" y="12634"/>
                    <a:pt x="153383" y="12634"/>
                  </a:cubicBezTo>
                  <a:lnTo>
                    <a:pt x="153383" y="1263"/>
                  </a:lnTo>
                  <a:lnTo>
                    <a:pt x="231353" y="1263"/>
                  </a:lnTo>
                  <a:lnTo>
                    <a:pt x="231353" y="12634"/>
                  </a:lnTo>
                  <a:cubicBezTo>
                    <a:pt x="223684" y="12634"/>
                    <a:pt x="217293" y="12634"/>
                    <a:pt x="213458" y="16424"/>
                  </a:cubicBezTo>
                  <a:cubicBezTo>
                    <a:pt x="209624" y="18951"/>
                    <a:pt x="205789" y="22741"/>
                    <a:pt x="203233" y="27794"/>
                  </a:cubicBezTo>
                  <a:cubicBezTo>
                    <a:pt x="200676" y="34111"/>
                    <a:pt x="199398" y="40428"/>
                    <a:pt x="199398" y="46745"/>
                  </a:cubicBezTo>
                  <a:lnTo>
                    <a:pt x="199398" y="222354"/>
                  </a:lnTo>
                  <a:lnTo>
                    <a:pt x="185338" y="222354"/>
                  </a:lnTo>
                  <a:lnTo>
                    <a:pt x="47293" y="41691"/>
                  </a:lnTo>
                  <a:lnTo>
                    <a:pt x="47293" y="175609"/>
                  </a:lnTo>
                  <a:cubicBezTo>
                    <a:pt x="47293" y="188243"/>
                    <a:pt x="49849" y="197086"/>
                    <a:pt x="56240" y="202140"/>
                  </a:cubicBezTo>
                  <a:cubicBezTo>
                    <a:pt x="62631" y="207193"/>
                    <a:pt x="71579" y="210983"/>
                    <a:pt x="84361" y="210983"/>
                  </a:cubicBezTo>
                  <a:lnTo>
                    <a:pt x="84361" y="222354"/>
                  </a:lnTo>
                  <a:lnTo>
                    <a:pt x="0" y="222354"/>
                  </a:lnTo>
                  <a:lnTo>
                    <a:pt x="0" y="210983"/>
                  </a:lnTo>
                  <a:cubicBezTo>
                    <a:pt x="10225" y="210983"/>
                    <a:pt x="19173" y="207193"/>
                    <a:pt x="25564" y="200876"/>
                  </a:cubicBezTo>
                  <a:cubicBezTo>
                    <a:pt x="31955" y="194560"/>
                    <a:pt x="34511" y="185716"/>
                    <a:pt x="34511" y="176872"/>
                  </a:cubicBezTo>
                  <a:lnTo>
                    <a:pt x="34511" y="26531"/>
                  </a:lnTo>
                  <a:lnTo>
                    <a:pt x="31955" y="24004"/>
                  </a:lnTo>
                  <a:cubicBezTo>
                    <a:pt x="31955" y="24004"/>
                    <a:pt x="23008" y="15160"/>
                    <a:pt x="21729" y="13897"/>
                  </a:cubicBezTo>
                  <a:cubicBezTo>
                    <a:pt x="19173" y="12634"/>
                    <a:pt x="15338" y="11370"/>
                    <a:pt x="10225"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1" name="Freeform 60">
              <a:extLst>
                <a:ext uri="{FF2B5EF4-FFF2-40B4-BE49-F238E27FC236}">
                  <a16:creationId xmlns:a16="http://schemas.microsoft.com/office/drawing/2014/main" id="{BCED90C6-D97D-2640-F2E3-2748A5DF4B04}"/>
                </a:ext>
              </a:extLst>
            </p:cNvPr>
            <p:cNvSpPr/>
            <p:nvPr/>
          </p:nvSpPr>
          <p:spPr>
            <a:xfrm>
              <a:off x="36271047" y="1336649"/>
              <a:ext cx="104811" cy="222353"/>
            </a:xfrm>
            <a:custGeom>
              <a:avLst/>
              <a:gdLst>
                <a:gd name="connsiteX0" fmla="*/ 2556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3533 w 104811"/>
                <a:gd name="connsiteY9" fmla="*/ 210983 h 222353"/>
                <a:gd name="connsiteX10" fmla="*/ 103533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2556"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3533" y="210983"/>
                  </a:lnTo>
                  <a:lnTo>
                    <a:pt x="103533"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2" name="Freeform 61">
              <a:extLst>
                <a:ext uri="{FF2B5EF4-FFF2-40B4-BE49-F238E27FC236}">
                  <a16:creationId xmlns:a16="http://schemas.microsoft.com/office/drawing/2014/main" id="{F661A1E1-13EC-3BA0-55C1-D1D30102C0AA}"/>
                </a:ext>
              </a:extLst>
            </p:cNvPr>
            <p:cNvSpPr/>
            <p:nvPr/>
          </p:nvSpPr>
          <p:spPr>
            <a:xfrm>
              <a:off x="36384807" y="1336649"/>
              <a:ext cx="223683" cy="227407"/>
            </a:xfrm>
            <a:custGeom>
              <a:avLst/>
              <a:gdLst>
                <a:gd name="connsiteX0" fmla="*/ 1278 w 223683"/>
                <a:gd name="connsiteY0" fmla="*/ 0 h 227407"/>
                <a:gd name="connsiteX1" fmla="*/ 94586 w 223683"/>
                <a:gd name="connsiteY1" fmla="*/ 0 h 227407"/>
                <a:gd name="connsiteX2" fmla="*/ 94586 w 223683"/>
                <a:gd name="connsiteY2" fmla="*/ 11370 h 227407"/>
                <a:gd name="connsiteX3" fmla="*/ 77970 w 223683"/>
                <a:gd name="connsiteY3" fmla="*/ 11370 h 227407"/>
                <a:gd name="connsiteX4" fmla="*/ 63910 w 223683"/>
                <a:gd name="connsiteY4" fmla="*/ 13897 h 227407"/>
                <a:gd name="connsiteX5" fmla="*/ 60075 w 223683"/>
                <a:gd name="connsiteY5" fmla="*/ 20214 h 227407"/>
                <a:gd name="connsiteX6" fmla="*/ 62631 w 223683"/>
                <a:gd name="connsiteY6" fmla="*/ 29058 h 227407"/>
                <a:gd name="connsiteX7" fmla="*/ 62631 w 223683"/>
                <a:gd name="connsiteY7" fmla="*/ 32848 h 227407"/>
                <a:gd name="connsiteX8" fmla="*/ 122706 w 223683"/>
                <a:gd name="connsiteY8" fmla="*/ 180663 h 227407"/>
                <a:gd name="connsiteX9" fmla="*/ 173834 w 223683"/>
                <a:gd name="connsiteY9" fmla="*/ 39165 h 227407"/>
                <a:gd name="connsiteX10" fmla="*/ 175112 w 223683"/>
                <a:gd name="connsiteY10" fmla="*/ 29058 h 227407"/>
                <a:gd name="connsiteX11" fmla="*/ 169999 w 223683"/>
                <a:gd name="connsiteY11" fmla="*/ 16424 h 227407"/>
                <a:gd name="connsiteX12" fmla="*/ 157218 w 223683"/>
                <a:gd name="connsiteY12" fmla="*/ 11370 h 227407"/>
                <a:gd name="connsiteX13" fmla="*/ 141880 w 223683"/>
                <a:gd name="connsiteY13" fmla="*/ 11370 h 227407"/>
                <a:gd name="connsiteX14" fmla="*/ 141880 w 223683"/>
                <a:gd name="connsiteY14" fmla="*/ 0 h 227407"/>
                <a:gd name="connsiteX15" fmla="*/ 223684 w 223683"/>
                <a:gd name="connsiteY15" fmla="*/ 0 h 227407"/>
                <a:gd name="connsiteX16" fmla="*/ 223684 w 223683"/>
                <a:gd name="connsiteY16" fmla="*/ 11370 h 227407"/>
                <a:gd name="connsiteX17" fmla="*/ 217293 w 223683"/>
                <a:gd name="connsiteY17" fmla="*/ 11370 h 227407"/>
                <a:gd name="connsiteX18" fmla="*/ 201954 w 223683"/>
                <a:gd name="connsiteY18" fmla="*/ 18951 h 227407"/>
                <a:gd name="connsiteX19" fmla="*/ 189173 w 223683"/>
                <a:gd name="connsiteY19" fmla="*/ 41691 h 227407"/>
                <a:gd name="connsiteX20" fmla="*/ 120150 w 223683"/>
                <a:gd name="connsiteY20" fmla="*/ 227407 h 227407"/>
                <a:gd name="connsiteX21" fmla="*/ 108646 w 223683"/>
                <a:gd name="connsiteY21" fmla="*/ 227407 h 227407"/>
                <a:gd name="connsiteX22" fmla="*/ 30676 w 223683"/>
                <a:gd name="connsiteY22" fmla="*/ 29058 h 227407"/>
                <a:gd name="connsiteX23" fmla="*/ 21729 w 223683"/>
                <a:gd name="connsiteY23" fmla="*/ 15160 h 227407"/>
                <a:gd name="connsiteX24" fmla="*/ 7669 w 223683"/>
                <a:gd name="connsiteY24" fmla="*/ 11370 h 227407"/>
                <a:gd name="connsiteX25" fmla="*/ 0 w 223683"/>
                <a:gd name="connsiteY25" fmla="*/ 11370 h 227407"/>
                <a:gd name="connsiteX26" fmla="*/ 0 w 223683"/>
                <a:gd name="connsiteY26" fmla="*/ 0 h 22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3683" h="227407">
                  <a:moveTo>
                    <a:pt x="1278" y="0"/>
                  </a:moveTo>
                  <a:lnTo>
                    <a:pt x="94586" y="0"/>
                  </a:lnTo>
                  <a:lnTo>
                    <a:pt x="94586" y="11370"/>
                  </a:lnTo>
                  <a:lnTo>
                    <a:pt x="77970" y="11370"/>
                  </a:lnTo>
                  <a:cubicBezTo>
                    <a:pt x="71579" y="11370"/>
                    <a:pt x="66466" y="11370"/>
                    <a:pt x="63910" y="13897"/>
                  </a:cubicBezTo>
                  <a:cubicBezTo>
                    <a:pt x="61353" y="16424"/>
                    <a:pt x="60075" y="17687"/>
                    <a:pt x="60075" y="20214"/>
                  </a:cubicBezTo>
                  <a:cubicBezTo>
                    <a:pt x="60075" y="22741"/>
                    <a:pt x="60075" y="25267"/>
                    <a:pt x="62631" y="29058"/>
                  </a:cubicBezTo>
                  <a:lnTo>
                    <a:pt x="62631" y="32848"/>
                  </a:lnTo>
                  <a:cubicBezTo>
                    <a:pt x="62631" y="32848"/>
                    <a:pt x="122706" y="180663"/>
                    <a:pt x="122706" y="180663"/>
                  </a:cubicBezTo>
                  <a:lnTo>
                    <a:pt x="173834" y="39165"/>
                  </a:lnTo>
                  <a:cubicBezTo>
                    <a:pt x="173834" y="39165"/>
                    <a:pt x="175112" y="32848"/>
                    <a:pt x="175112" y="29058"/>
                  </a:cubicBezTo>
                  <a:cubicBezTo>
                    <a:pt x="175112" y="24004"/>
                    <a:pt x="173834" y="18951"/>
                    <a:pt x="169999" y="16424"/>
                  </a:cubicBezTo>
                  <a:cubicBezTo>
                    <a:pt x="166165" y="13897"/>
                    <a:pt x="162331" y="11370"/>
                    <a:pt x="157218" y="11370"/>
                  </a:cubicBezTo>
                  <a:lnTo>
                    <a:pt x="141880" y="11370"/>
                  </a:lnTo>
                  <a:lnTo>
                    <a:pt x="141880" y="0"/>
                  </a:lnTo>
                  <a:lnTo>
                    <a:pt x="223684" y="0"/>
                  </a:lnTo>
                  <a:lnTo>
                    <a:pt x="223684" y="11370"/>
                  </a:lnTo>
                  <a:lnTo>
                    <a:pt x="217293" y="11370"/>
                  </a:lnTo>
                  <a:cubicBezTo>
                    <a:pt x="217293" y="11370"/>
                    <a:pt x="207067" y="13897"/>
                    <a:pt x="201954" y="18951"/>
                  </a:cubicBezTo>
                  <a:cubicBezTo>
                    <a:pt x="196842" y="24004"/>
                    <a:pt x="193007" y="31584"/>
                    <a:pt x="189173" y="41691"/>
                  </a:cubicBezTo>
                  <a:lnTo>
                    <a:pt x="120150" y="227407"/>
                  </a:lnTo>
                  <a:lnTo>
                    <a:pt x="108646" y="227407"/>
                  </a:lnTo>
                  <a:lnTo>
                    <a:pt x="30676" y="29058"/>
                  </a:lnTo>
                  <a:cubicBezTo>
                    <a:pt x="28120" y="22741"/>
                    <a:pt x="25564" y="17687"/>
                    <a:pt x="21729" y="15160"/>
                  </a:cubicBezTo>
                  <a:cubicBezTo>
                    <a:pt x="17895" y="12634"/>
                    <a:pt x="12782" y="11370"/>
                    <a:pt x="7669"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3" name="Freeform 62">
              <a:extLst>
                <a:ext uri="{FF2B5EF4-FFF2-40B4-BE49-F238E27FC236}">
                  <a16:creationId xmlns:a16="http://schemas.microsoft.com/office/drawing/2014/main" id="{664A859F-7773-02EF-3BDC-C4066490414D}"/>
                </a:ext>
              </a:extLst>
            </p:cNvPr>
            <p:cNvSpPr/>
            <p:nvPr/>
          </p:nvSpPr>
          <p:spPr>
            <a:xfrm>
              <a:off x="36627663" y="1335386"/>
              <a:ext cx="186616" cy="221090"/>
            </a:xfrm>
            <a:custGeom>
              <a:avLst/>
              <a:gdLst>
                <a:gd name="connsiteX0" fmla="*/ 1278 w 186616"/>
                <a:gd name="connsiteY0" fmla="*/ 1263 h 221090"/>
                <a:gd name="connsiteX1" fmla="*/ 177669 w 186616"/>
                <a:gd name="connsiteY1" fmla="*/ 1263 h 221090"/>
                <a:gd name="connsiteX2" fmla="*/ 181504 w 186616"/>
                <a:gd name="connsiteY2" fmla="*/ 75802 h 221090"/>
                <a:gd name="connsiteX3" fmla="*/ 171278 w 186616"/>
                <a:gd name="connsiteY3" fmla="*/ 75802 h 221090"/>
                <a:gd name="connsiteX4" fmla="*/ 152105 w 186616"/>
                <a:gd name="connsiteY4" fmla="*/ 26531 h 221090"/>
                <a:gd name="connsiteX5" fmla="*/ 118872 w 186616"/>
                <a:gd name="connsiteY5" fmla="*/ 12634 h 221090"/>
                <a:gd name="connsiteX6" fmla="*/ 75413 w 186616"/>
                <a:gd name="connsiteY6" fmla="*/ 12634 h 221090"/>
                <a:gd name="connsiteX7" fmla="*/ 67745 w 186616"/>
                <a:gd name="connsiteY7" fmla="*/ 15160 h 221090"/>
                <a:gd name="connsiteX8" fmla="*/ 65188 w 186616"/>
                <a:gd name="connsiteY8" fmla="*/ 24004 h 221090"/>
                <a:gd name="connsiteX9" fmla="*/ 65188 w 186616"/>
                <a:gd name="connsiteY9" fmla="*/ 102333 h 221090"/>
                <a:gd name="connsiteX10" fmla="*/ 84361 w 186616"/>
                <a:gd name="connsiteY10" fmla="*/ 102333 h 221090"/>
                <a:gd name="connsiteX11" fmla="*/ 108647 w 186616"/>
                <a:gd name="connsiteY11" fmla="*/ 90963 h 221090"/>
                <a:gd name="connsiteX12" fmla="*/ 118872 w 186616"/>
                <a:gd name="connsiteY12" fmla="*/ 56852 h 221090"/>
                <a:gd name="connsiteX13" fmla="*/ 129098 w 186616"/>
                <a:gd name="connsiteY13" fmla="*/ 56852 h 221090"/>
                <a:gd name="connsiteX14" fmla="*/ 129098 w 186616"/>
                <a:gd name="connsiteY14" fmla="*/ 159185 h 221090"/>
                <a:gd name="connsiteX15" fmla="*/ 118872 w 186616"/>
                <a:gd name="connsiteY15" fmla="*/ 159185 h 221090"/>
                <a:gd name="connsiteX16" fmla="*/ 108647 w 186616"/>
                <a:gd name="connsiteY16" fmla="*/ 122547 h 221090"/>
                <a:gd name="connsiteX17" fmla="*/ 81805 w 186616"/>
                <a:gd name="connsiteY17" fmla="*/ 111177 h 221090"/>
                <a:gd name="connsiteX18" fmla="*/ 63910 w 186616"/>
                <a:gd name="connsiteY18" fmla="*/ 111177 h 221090"/>
                <a:gd name="connsiteX19" fmla="*/ 63910 w 186616"/>
                <a:gd name="connsiteY19" fmla="*/ 199613 h 221090"/>
                <a:gd name="connsiteX20" fmla="*/ 67745 w 186616"/>
                <a:gd name="connsiteY20" fmla="*/ 207193 h 221090"/>
                <a:gd name="connsiteX21" fmla="*/ 77970 w 186616"/>
                <a:gd name="connsiteY21" fmla="*/ 209720 h 221090"/>
                <a:gd name="connsiteX22" fmla="*/ 112481 w 186616"/>
                <a:gd name="connsiteY22" fmla="*/ 209720 h 221090"/>
                <a:gd name="connsiteX23" fmla="*/ 176391 w 186616"/>
                <a:gd name="connsiteY23" fmla="*/ 138971 h 221090"/>
                <a:gd name="connsiteX24" fmla="*/ 186617 w 186616"/>
                <a:gd name="connsiteY24" fmla="*/ 138971 h 221090"/>
                <a:gd name="connsiteX25" fmla="*/ 182782 w 186616"/>
                <a:gd name="connsiteY25" fmla="*/ 221090 h 221090"/>
                <a:gd name="connsiteX26" fmla="*/ 0 w 186616"/>
                <a:gd name="connsiteY26" fmla="*/ 221090 h 221090"/>
                <a:gd name="connsiteX27" fmla="*/ 0 w 186616"/>
                <a:gd name="connsiteY27" fmla="*/ 209720 h 221090"/>
                <a:gd name="connsiteX28" fmla="*/ 15339 w 186616"/>
                <a:gd name="connsiteY28" fmla="*/ 209720 h 221090"/>
                <a:gd name="connsiteX29" fmla="*/ 28120 w 186616"/>
                <a:gd name="connsiteY29" fmla="*/ 207193 h 221090"/>
                <a:gd name="connsiteX30" fmla="*/ 31955 w 186616"/>
                <a:gd name="connsiteY30" fmla="*/ 198350 h 221090"/>
                <a:gd name="connsiteX31" fmla="*/ 31955 w 186616"/>
                <a:gd name="connsiteY31" fmla="*/ 22741 h 221090"/>
                <a:gd name="connsiteX32" fmla="*/ 29399 w 186616"/>
                <a:gd name="connsiteY32" fmla="*/ 13897 h 221090"/>
                <a:gd name="connsiteX33" fmla="*/ 19173 w 186616"/>
                <a:gd name="connsiteY33" fmla="*/ 11370 h 221090"/>
                <a:gd name="connsiteX34" fmla="*/ 1278 w 186616"/>
                <a:gd name="connsiteY34" fmla="*/ 11370 h 221090"/>
                <a:gd name="connsiteX35" fmla="*/ 1278 w 186616"/>
                <a:gd name="connsiteY35"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6616" h="221090">
                  <a:moveTo>
                    <a:pt x="1278" y="1263"/>
                  </a:moveTo>
                  <a:lnTo>
                    <a:pt x="177669" y="1263"/>
                  </a:lnTo>
                  <a:lnTo>
                    <a:pt x="181504" y="75802"/>
                  </a:lnTo>
                  <a:lnTo>
                    <a:pt x="171278" y="75802"/>
                  </a:lnTo>
                  <a:cubicBezTo>
                    <a:pt x="167444" y="51798"/>
                    <a:pt x="161053" y="35375"/>
                    <a:pt x="152105" y="26531"/>
                  </a:cubicBezTo>
                  <a:cubicBezTo>
                    <a:pt x="143158" y="16424"/>
                    <a:pt x="131654" y="12634"/>
                    <a:pt x="118872" y="12634"/>
                  </a:cubicBezTo>
                  <a:lnTo>
                    <a:pt x="75413" y="12634"/>
                  </a:lnTo>
                  <a:cubicBezTo>
                    <a:pt x="75413" y="12634"/>
                    <a:pt x="69023" y="12634"/>
                    <a:pt x="67745" y="15160"/>
                  </a:cubicBezTo>
                  <a:cubicBezTo>
                    <a:pt x="66466" y="17687"/>
                    <a:pt x="65188" y="20214"/>
                    <a:pt x="65188" y="24004"/>
                  </a:cubicBezTo>
                  <a:lnTo>
                    <a:pt x="65188" y="102333"/>
                  </a:lnTo>
                  <a:lnTo>
                    <a:pt x="84361" y="102333"/>
                  </a:lnTo>
                  <a:cubicBezTo>
                    <a:pt x="94587" y="102333"/>
                    <a:pt x="102256" y="98543"/>
                    <a:pt x="108647" y="90963"/>
                  </a:cubicBezTo>
                  <a:cubicBezTo>
                    <a:pt x="115038" y="83383"/>
                    <a:pt x="118872" y="72012"/>
                    <a:pt x="118872" y="56852"/>
                  </a:cubicBezTo>
                  <a:lnTo>
                    <a:pt x="129098" y="56852"/>
                  </a:lnTo>
                  <a:lnTo>
                    <a:pt x="129098" y="159185"/>
                  </a:lnTo>
                  <a:lnTo>
                    <a:pt x="118872" y="159185"/>
                  </a:lnTo>
                  <a:cubicBezTo>
                    <a:pt x="118872" y="142761"/>
                    <a:pt x="115038" y="130128"/>
                    <a:pt x="108647" y="122547"/>
                  </a:cubicBezTo>
                  <a:cubicBezTo>
                    <a:pt x="102256" y="114967"/>
                    <a:pt x="93309" y="111177"/>
                    <a:pt x="81805" y="111177"/>
                  </a:cubicBezTo>
                  <a:lnTo>
                    <a:pt x="63910" y="111177"/>
                  </a:lnTo>
                  <a:lnTo>
                    <a:pt x="63910" y="199613"/>
                  </a:lnTo>
                  <a:cubicBezTo>
                    <a:pt x="63910" y="199613"/>
                    <a:pt x="63910" y="204667"/>
                    <a:pt x="67745" y="207193"/>
                  </a:cubicBezTo>
                  <a:cubicBezTo>
                    <a:pt x="70301" y="208457"/>
                    <a:pt x="72857" y="209720"/>
                    <a:pt x="77970" y="209720"/>
                  </a:cubicBezTo>
                  <a:lnTo>
                    <a:pt x="112481" y="209720"/>
                  </a:lnTo>
                  <a:cubicBezTo>
                    <a:pt x="149549" y="209720"/>
                    <a:pt x="171278" y="185716"/>
                    <a:pt x="176391" y="138971"/>
                  </a:cubicBezTo>
                  <a:lnTo>
                    <a:pt x="186617" y="138971"/>
                  </a:lnTo>
                  <a:lnTo>
                    <a:pt x="182782" y="221090"/>
                  </a:lnTo>
                  <a:lnTo>
                    <a:pt x="0" y="221090"/>
                  </a:lnTo>
                  <a:lnTo>
                    <a:pt x="0" y="209720"/>
                  </a:lnTo>
                  <a:lnTo>
                    <a:pt x="15339" y="209720"/>
                  </a:lnTo>
                  <a:cubicBezTo>
                    <a:pt x="15339" y="209720"/>
                    <a:pt x="25564" y="209720"/>
                    <a:pt x="28120" y="207193"/>
                  </a:cubicBezTo>
                  <a:cubicBezTo>
                    <a:pt x="30677" y="204667"/>
                    <a:pt x="31955" y="202140"/>
                    <a:pt x="31955" y="198350"/>
                  </a:cubicBezTo>
                  <a:lnTo>
                    <a:pt x="31955" y="22741"/>
                  </a:lnTo>
                  <a:cubicBezTo>
                    <a:pt x="31955" y="22741"/>
                    <a:pt x="31955" y="16424"/>
                    <a:pt x="29399" y="13897"/>
                  </a:cubicBezTo>
                  <a:cubicBezTo>
                    <a:pt x="26842" y="12634"/>
                    <a:pt x="24286" y="11370"/>
                    <a:pt x="19173" y="11370"/>
                  </a:cubicBezTo>
                  <a:lnTo>
                    <a:pt x="1278" y="11370"/>
                  </a:lnTo>
                  <a:lnTo>
                    <a:pt x="1278" y="0"/>
                  </a:lnTo>
                  <a:close/>
                </a:path>
              </a:pathLst>
            </a:custGeom>
            <a:grpFill/>
            <a:ln w="3810" cap="rnd">
              <a:solidFill>
                <a:schemeClr val="bg1">
                  <a:lumMod val="95000"/>
                </a:schemeClr>
              </a:solidFill>
              <a:prstDash val="solid"/>
              <a:round/>
            </a:ln>
          </p:spPr>
          <p:txBody>
            <a:bodyPr rtlCol="0" anchor="ctr"/>
            <a:lstStyle/>
            <a:p>
              <a:endParaRPr lang="en-US"/>
            </a:p>
          </p:txBody>
        </p:sp>
        <p:sp>
          <p:nvSpPr>
            <p:cNvPr id="64" name="Freeform 63">
              <a:extLst>
                <a:ext uri="{FF2B5EF4-FFF2-40B4-BE49-F238E27FC236}">
                  <a16:creationId xmlns:a16="http://schemas.microsoft.com/office/drawing/2014/main" id="{F276F210-6ABD-B017-860E-0402372FA458}"/>
                </a:ext>
              </a:extLst>
            </p:cNvPr>
            <p:cNvSpPr/>
            <p:nvPr/>
          </p:nvSpPr>
          <p:spPr>
            <a:xfrm>
              <a:off x="36838565" y="1336649"/>
              <a:ext cx="209623" cy="223617"/>
            </a:xfrm>
            <a:custGeom>
              <a:avLst/>
              <a:gdLst>
                <a:gd name="connsiteX0" fmla="*/ 0 w 209623"/>
                <a:gd name="connsiteY0" fmla="*/ 0 h 223617"/>
                <a:gd name="connsiteX1" fmla="*/ 115038 w 209623"/>
                <a:gd name="connsiteY1" fmla="*/ 0 h 223617"/>
                <a:gd name="connsiteX2" fmla="*/ 166165 w 209623"/>
                <a:gd name="connsiteY2" fmla="*/ 15160 h 223617"/>
                <a:gd name="connsiteX3" fmla="*/ 184060 w 209623"/>
                <a:gd name="connsiteY3" fmla="*/ 54325 h 223617"/>
                <a:gd name="connsiteX4" fmla="*/ 176391 w 209623"/>
                <a:gd name="connsiteY4" fmla="*/ 80856 h 223617"/>
                <a:gd name="connsiteX5" fmla="*/ 155940 w 209623"/>
                <a:gd name="connsiteY5" fmla="*/ 98543 h 223617"/>
                <a:gd name="connsiteX6" fmla="*/ 112481 w 209623"/>
                <a:gd name="connsiteY6" fmla="*/ 108650 h 223617"/>
                <a:gd name="connsiteX7" fmla="*/ 141880 w 209623"/>
                <a:gd name="connsiteY7" fmla="*/ 120021 h 223617"/>
                <a:gd name="connsiteX8" fmla="*/ 154661 w 209623"/>
                <a:gd name="connsiteY8" fmla="*/ 135181 h 223617"/>
                <a:gd name="connsiteX9" fmla="*/ 166165 w 209623"/>
                <a:gd name="connsiteY9" fmla="*/ 171819 h 223617"/>
                <a:gd name="connsiteX10" fmla="*/ 176391 w 209623"/>
                <a:gd name="connsiteY10" fmla="*/ 198350 h 223617"/>
                <a:gd name="connsiteX11" fmla="*/ 185338 w 209623"/>
                <a:gd name="connsiteY11" fmla="*/ 203403 h 223617"/>
                <a:gd name="connsiteX12" fmla="*/ 194285 w 209623"/>
                <a:gd name="connsiteY12" fmla="*/ 197086 h 223617"/>
                <a:gd name="connsiteX13" fmla="*/ 199398 w 209623"/>
                <a:gd name="connsiteY13" fmla="*/ 173082 h 223617"/>
                <a:gd name="connsiteX14" fmla="*/ 209624 w 209623"/>
                <a:gd name="connsiteY14" fmla="*/ 173082 h 223617"/>
                <a:gd name="connsiteX15" fmla="*/ 172556 w 209623"/>
                <a:gd name="connsiteY15" fmla="*/ 223617 h 223617"/>
                <a:gd name="connsiteX16" fmla="*/ 153383 w 209623"/>
                <a:gd name="connsiteY16" fmla="*/ 218564 h 223617"/>
                <a:gd name="connsiteX17" fmla="*/ 141880 w 209623"/>
                <a:gd name="connsiteY17" fmla="*/ 202140 h 223617"/>
                <a:gd name="connsiteX18" fmla="*/ 134210 w 209623"/>
                <a:gd name="connsiteY18" fmla="*/ 159185 h 223617"/>
                <a:gd name="connsiteX19" fmla="*/ 126541 w 209623"/>
                <a:gd name="connsiteY19" fmla="*/ 131391 h 223617"/>
                <a:gd name="connsiteX20" fmla="*/ 111203 w 209623"/>
                <a:gd name="connsiteY20" fmla="*/ 117494 h 223617"/>
                <a:gd name="connsiteX21" fmla="*/ 86917 w 209623"/>
                <a:gd name="connsiteY21" fmla="*/ 112440 h 223617"/>
                <a:gd name="connsiteX22" fmla="*/ 69023 w 209623"/>
                <a:gd name="connsiteY22" fmla="*/ 112440 h 223617"/>
                <a:gd name="connsiteX23" fmla="*/ 69023 w 209623"/>
                <a:gd name="connsiteY23" fmla="*/ 199613 h 223617"/>
                <a:gd name="connsiteX24" fmla="*/ 71579 w 209623"/>
                <a:gd name="connsiteY24" fmla="*/ 207193 h 223617"/>
                <a:gd name="connsiteX25" fmla="*/ 83083 w 209623"/>
                <a:gd name="connsiteY25" fmla="*/ 209720 h 223617"/>
                <a:gd name="connsiteX26" fmla="*/ 104812 w 209623"/>
                <a:gd name="connsiteY26" fmla="*/ 209720 h 223617"/>
                <a:gd name="connsiteX27" fmla="*/ 104812 w 209623"/>
                <a:gd name="connsiteY27" fmla="*/ 221090 h 223617"/>
                <a:gd name="connsiteX28" fmla="*/ 1278 w 209623"/>
                <a:gd name="connsiteY28" fmla="*/ 221090 h 223617"/>
                <a:gd name="connsiteX29" fmla="*/ 1278 w 209623"/>
                <a:gd name="connsiteY29" fmla="*/ 209720 h 223617"/>
                <a:gd name="connsiteX30" fmla="*/ 23008 w 209623"/>
                <a:gd name="connsiteY30" fmla="*/ 209720 h 223617"/>
                <a:gd name="connsiteX31" fmla="*/ 33233 w 209623"/>
                <a:gd name="connsiteY31" fmla="*/ 207193 h 223617"/>
                <a:gd name="connsiteX32" fmla="*/ 37068 w 209623"/>
                <a:gd name="connsiteY32" fmla="*/ 199613 h 223617"/>
                <a:gd name="connsiteX33" fmla="*/ 37068 w 209623"/>
                <a:gd name="connsiteY33" fmla="*/ 22741 h 223617"/>
                <a:gd name="connsiteX34" fmla="*/ 33233 w 209623"/>
                <a:gd name="connsiteY34" fmla="*/ 13897 h 223617"/>
                <a:gd name="connsiteX35" fmla="*/ 23008 w 209623"/>
                <a:gd name="connsiteY35" fmla="*/ 11370 h 223617"/>
                <a:gd name="connsiteX36" fmla="*/ 1278 w 209623"/>
                <a:gd name="connsiteY36" fmla="*/ 11370 h 223617"/>
                <a:gd name="connsiteX37" fmla="*/ 1278 w 209623"/>
                <a:gd name="connsiteY37" fmla="*/ 0 h 223617"/>
                <a:gd name="connsiteX38" fmla="*/ 67744 w 209623"/>
                <a:gd name="connsiteY38" fmla="*/ 101070 h 223617"/>
                <a:gd name="connsiteX39" fmla="*/ 94587 w 209623"/>
                <a:gd name="connsiteY39" fmla="*/ 101070 h 223617"/>
                <a:gd name="connsiteX40" fmla="*/ 135489 w 209623"/>
                <a:gd name="connsiteY40" fmla="*/ 90963 h 223617"/>
                <a:gd name="connsiteX41" fmla="*/ 150827 w 209623"/>
                <a:gd name="connsiteY41" fmla="*/ 55589 h 223617"/>
                <a:gd name="connsiteX42" fmla="*/ 145714 w 209623"/>
                <a:gd name="connsiteY42" fmla="*/ 27794 h 223617"/>
                <a:gd name="connsiteX43" fmla="*/ 130376 w 209623"/>
                <a:gd name="connsiteY43" fmla="*/ 13897 h 223617"/>
                <a:gd name="connsiteX44" fmla="*/ 94587 w 209623"/>
                <a:gd name="connsiteY44" fmla="*/ 10107 h 223617"/>
                <a:gd name="connsiteX45" fmla="*/ 72857 w 209623"/>
                <a:gd name="connsiteY45" fmla="*/ 12634 h 223617"/>
                <a:gd name="connsiteX46" fmla="*/ 69023 w 209623"/>
                <a:gd name="connsiteY46" fmla="*/ 21477 h 223617"/>
                <a:gd name="connsiteX47" fmla="*/ 69023 w 209623"/>
                <a:gd name="connsiteY47" fmla="*/ 101070 h 2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9623" h="223617">
                  <a:moveTo>
                    <a:pt x="0" y="0"/>
                  </a:moveTo>
                  <a:lnTo>
                    <a:pt x="115038" y="0"/>
                  </a:lnTo>
                  <a:cubicBezTo>
                    <a:pt x="136767" y="0"/>
                    <a:pt x="154661" y="5053"/>
                    <a:pt x="166165" y="15160"/>
                  </a:cubicBezTo>
                  <a:cubicBezTo>
                    <a:pt x="177669" y="25267"/>
                    <a:pt x="184060" y="37901"/>
                    <a:pt x="184060" y="54325"/>
                  </a:cubicBezTo>
                  <a:cubicBezTo>
                    <a:pt x="184060" y="64432"/>
                    <a:pt x="181503" y="73276"/>
                    <a:pt x="176391" y="80856"/>
                  </a:cubicBezTo>
                  <a:cubicBezTo>
                    <a:pt x="171278" y="88436"/>
                    <a:pt x="164887" y="94753"/>
                    <a:pt x="155940" y="98543"/>
                  </a:cubicBezTo>
                  <a:cubicBezTo>
                    <a:pt x="146992" y="103597"/>
                    <a:pt x="132932" y="106123"/>
                    <a:pt x="112481" y="108650"/>
                  </a:cubicBezTo>
                  <a:cubicBezTo>
                    <a:pt x="126541" y="112440"/>
                    <a:pt x="136767" y="116230"/>
                    <a:pt x="141880" y="120021"/>
                  </a:cubicBezTo>
                  <a:cubicBezTo>
                    <a:pt x="146992" y="123811"/>
                    <a:pt x="152105" y="128864"/>
                    <a:pt x="154661" y="135181"/>
                  </a:cubicBezTo>
                  <a:cubicBezTo>
                    <a:pt x="157218" y="141498"/>
                    <a:pt x="161052" y="152868"/>
                    <a:pt x="166165" y="171819"/>
                  </a:cubicBezTo>
                  <a:cubicBezTo>
                    <a:pt x="168722" y="184453"/>
                    <a:pt x="172556" y="193296"/>
                    <a:pt x="176391" y="198350"/>
                  </a:cubicBezTo>
                  <a:cubicBezTo>
                    <a:pt x="178947" y="202140"/>
                    <a:pt x="181503" y="203403"/>
                    <a:pt x="185338" y="203403"/>
                  </a:cubicBezTo>
                  <a:cubicBezTo>
                    <a:pt x="189173" y="203403"/>
                    <a:pt x="191729" y="200876"/>
                    <a:pt x="194285" y="197086"/>
                  </a:cubicBezTo>
                  <a:cubicBezTo>
                    <a:pt x="196842" y="192033"/>
                    <a:pt x="198120" y="184453"/>
                    <a:pt x="199398" y="173082"/>
                  </a:cubicBezTo>
                  <a:lnTo>
                    <a:pt x="209624" y="173082"/>
                  </a:lnTo>
                  <a:cubicBezTo>
                    <a:pt x="208346" y="207193"/>
                    <a:pt x="195563" y="223617"/>
                    <a:pt x="172556" y="223617"/>
                  </a:cubicBezTo>
                  <a:cubicBezTo>
                    <a:pt x="164887" y="223617"/>
                    <a:pt x="158496" y="222354"/>
                    <a:pt x="153383" y="218564"/>
                  </a:cubicBezTo>
                  <a:cubicBezTo>
                    <a:pt x="148270" y="214774"/>
                    <a:pt x="144436" y="209720"/>
                    <a:pt x="141880" y="202140"/>
                  </a:cubicBezTo>
                  <a:cubicBezTo>
                    <a:pt x="139323" y="197086"/>
                    <a:pt x="136767" y="183189"/>
                    <a:pt x="134210" y="159185"/>
                  </a:cubicBezTo>
                  <a:cubicBezTo>
                    <a:pt x="132932" y="146551"/>
                    <a:pt x="130376" y="136444"/>
                    <a:pt x="126541" y="131391"/>
                  </a:cubicBezTo>
                  <a:cubicBezTo>
                    <a:pt x="122706" y="126337"/>
                    <a:pt x="118872" y="121284"/>
                    <a:pt x="111203" y="117494"/>
                  </a:cubicBezTo>
                  <a:cubicBezTo>
                    <a:pt x="104812" y="113704"/>
                    <a:pt x="95865" y="112440"/>
                    <a:pt x="86917" y="112440"/>
                  </a:cubicBezTo>
                  <a:lnTo>
                    <a:pt x="69023" y="112440"/>
                  </a:lnTo>
                  <a:lnTo>
                    <a:pt x="69023" y="199613"/>
                  </a:lnTo>
                  <a:cubicBezTo>
                    <a:pt x="69023" y="199613"/>
                    <a:pt x="69023" y="205930"/>
                    <a:pt x="71579" y="207193"/>
                  </a:cubicBezTo>
                  <a:cubicBezTo>
                    <a:pt x="74135" y="208457"/>
                    <a:pt x="77970" y="209720"/>
                    <a:pt x="83083" y="209720"/>
                  </a:cubicBezTo>
                  <a:lnTo>
                    <a:pt x="104812" y="209720"/>
                  </a:lnTo>
                  <a:lnTo>
                    <a:pt x="104812" y="221090"/>
                  </a:lnTo>
                  <a:lnTo>
                    <a:pt x="1278" y="221090"/>
                  </a:lnTo>
                  <a:lnTo>
                    <a:pt x="1278" y="209720"/>
                  </a:lnTo>
                  <a:lnTo>
                    <a:pt x="23008" y="209720"/>
                  </a:lnTo>
                  <a:cubicBezTo>
                    <a:pt x="23008" y="209720"/>
                    <a:pt x="30677" y="209720"/>
                    <a:pt x="33233" y="207193"/>
                  </a:cubicBezTo>
                  <a:cubicBezTo>
                    <a:pt x="35789" y="205930"/>
                    <a:pt x="37068" y="202140"/>
                    <a:pt x="37068" y="199613"/>
                  </a:cubicBezTo>
                  <a:lnTo>
                    <a:pt x="37068" y="22741"/>
                  </a:lnTo>
                  <a:cubicBezTo>
                    <a:pt x="37068" y="22741"/>
                    <a:pt x="37068" y="16424"/>
                    <a:pt x="33233" y="13897"/>
                  </a:cubicBezTo>
                  <a:cubicBezTo>
                    <a:pt x="30677" y="12634"/>
                    <a:pt x="26842" y="11370"/>
                    <a:pt x="23008" y="11370"/>
                  </a:cubicBezTo>
                  <a:lnTo>
                    <a:pt x="1278" y="11370"/>
                  </a:lnTo>
                  <a:lnTo>
                    <a:pt x="1278" y="0"/>
                  </a:lnTo>
                  <a:close/>
                  <a:moveTo>
                    <a:pt x="67744" y="101070"/>
                  </a:moveTo>
                  <a:lnTo>
                    <a:pt x="94587" y="101070"/>
                  </a:lnTo>
                  <a:cubicBezTo>
                    <a:pt x="112481" y="101070"/>
                    <a:pt x="126541" y="97280"/>
                    <a:pt x="135489" y="90963"/>
                  </a:cubicBezTo>
                  <a:cubicBezTo>
                    <a:pt x="145714" y="84646"/>
                    <a:pt x="150827" y="72012"/>
                    <a:pt x="150827" y="55589"/>
                  </a:cubicBezTo>
                  <a:cubicBezTo>
                    <a:pt x="150827" y="44218"/>
                    <a:pt x="149548" y="34111"/>
                    <a:pt x="145714" y="27794"/>
                  </a:cubicBezTo>
                  <a:cubicBezTo>
                    <a:pt x="141880" y="21477"/>
                    <a:pt x="136767" y="16424"/>
                    <a:pt x="130376" y="13897"/>
                  </a:cubicBezTo>
                  <a:cubicBezTo>
                    <a:pt x="123985" y="11370"/>
                    <a:pt x="112481" y="10107"/>
                    <a:pt x="94587" y="10107"/>
                  </a:cubicBezTo>
                  <a:cubicBezTo>
                    <a:pt x="83083" y="10107"/>
                    <a:pt x="75413" y="10107"/>
                    <a:pt x="72857" y="12634"/>
                  </a:cubicBezTo>
                  <a:cubicBezTo>
                    <a:pt x="70301" y="13897"/>
                    <a:pt x="69023" y="17687"/>
                    <a:pt x="69023" y="21477"/>
                  </a:cubicBezTo>
                  <a:lnTo>
                    <a:pt x="69023" y="101070"/>
                  </a:lnTo>
                  <a:close/>
                </a:path>
              </a:pathLst>
            </a:custGeom>
            <a:grpFill/>
            <a:ln w="3810" cap="rnd">
              <a:solidFill>
                <a:schemeClr val="bg1">
                  <a:lumMod val="95000"/>
                </a:schemeClr>
              </a:solidFill>
              <a:prstDash val="solid"/>
              <a:round/>
            </a:ln>
          </p:spPr>
          <p:txBody>
            <a:bodyPr rtlCol="0" anchor="ctr"/>
            <a:lstStyle/>
            <a:p>
              <a:endParaRPr lang="en-US"/>
            </a:p>
          </p:txBody>
        </p:sp>
        <p:sp>
          <p:nvSpPr>
            <p:cNvPr id="65" name="Freeform 64">
              <a:extLst>
                <a:ext uri="{FF2B5EF4-FFF2-40B4-BE49-F238E27FC236}">
                  <a16:creationId xmlns:a16="http://schemas.microsoft.com/office/drawing/2014/main" id="{BFDB73F6-F7DA-C67D-2EBB-893E4CEC6EBB}"/>
                </a:ext>
              </a:extLst>
            </p:cNvPr>
            <p:cNvSpPr/>
            <p:nvPr/>
          </p:nvSpPr>
          <p:spPr>
            <a:xfrm>
              <a:off x="37073753" y="1329069"/>
              <a:ext cx="159774" cy="232460"/>
            </a:xfrm>
            <a:custGeom>
              <a:avLst/>
              <a:gdLst>
                <a:gd name="connsiteX0" fmla="*/ 121428 w 159774"/>
                <a:gd name="connsiteY0" fmla="*/ 24004 h 232460"/>
                <a:gd name="connsiteX1" fmla="*/ 135489 w 159774"/>
                <a:gd name="connsiteY1" fmla="*/ 5053 h 232460"/>
                <a:gd name="connsiteX2" fmla="*/ 146992 w 159774"/>
                <a:gd name="connsiteY2" fmla="*/ 5053 h 232460"/>
                <a:gd name="connsiteX3" fmla="*/ 146992 w 159774"/>
                <a:gd name="connsiteY3" fmla="*/ 85909 h 232460"/>
                <a:gd name="connsiteX4" fmla="*/ 138045 w 159774"/>
                <a:gd name="connsiteY4" fmla="*/ 85909 h 232460"/>
                <a:gd name="connsiteX5" fmla="*/ 109925 w 159774"/>
                <a:gd name="connsiteY5" fmla="*/ 31584 h 232460"/>
                <a:gd name="connsiteX6" fmla="*/ 67744 w 159774"/>
                <a:gd name="connsiteY6" fmla="*/ 13897 h 232460"/>
                <a:gd name="connsiteX7" fmla="*/ 35789 w 159774"/>
                <a:gd name="connsiteY7" fmla="*/ 25267 h 232460"/>
                <a:gd name="connsiteX8" fmla="*/ 23008 w 159774"/>
                <a:gd name="connsiteY8" fmla="*/ 54325 h 232460"/>
                <a:gd name="connsiteX9" fmla="*/ 28120 w 159774"/>
                <a:gd name="connsiteY9" fmla="*/ 73276 h 232460"/>
                <a:gd name="connsiteX10" fmla="*/ 42180 w 159774"/>
                <a:gd name="connsiteY10" fmla="*/ 85909 h 232460"/>
                <a:gd name="connsiteX11" fmla="*/ 77970 w 159774"/>
                <a:gd name="connsiteY11" fmla="*/ 96016 h 232460"/>
                <a:gd name="connsiteX12" fmla="*/ 130376 w 159774"/>
                <a:gd name="connsiteY12" fmla="*/ 112440 h 232460"/>
                <a:gd name="connsiteX13" fmla="*/ 152105 w 159774"/>
                <a:gd name="connsiteY13" fmla="*/ 133918 h 232460"/>
                <a:gd name="connsiteX14" fmla="*/ 159774 w 159774"/>
                <a:gd name="connsiteY14" fmla="*/ 162975 h 232460"/>
                <a:gd name="connsiteX15" fmla="*/ 139323 w 159774"/>
                <a:gd name="connsiteY15" fmla="*/ 212247 h 232460"/>
                <a:gd name="connsiteX16" fmla="*/ 86917 w 159774"/>
                <a:gd name="connsiteY16" fmla="*/ 232461 h 232460"/>
                <a:gd name="connsiteX17" fmla="*/ 26842 w 159774"/>
                <a:gd name="connsiteY17" fmla="*/ 209720 h 232460"/>
                <a:gd name="connsiteX18" fmla="*/ 10225 w 159774"/>
                <a:gd name="connsiteY18" fmla="*/ 229934 h 232460"/>
                <a:gd name="connsiteX19" fmla="*/ 0 w 159774"/>
                <a:gd name="connsiteY19" fmla="*/ 229934 h 232460"/>
                <a:gd name="connsiteX20" fmla="*/ 0 w 159774"/>
                <a:gd name="connsiteY20" fmla="*/ 144025 h 232460"/>
                <a:gd name="connsiteX21" fmla="*/ 10225 w 159774"/>
                <a:gd name="connsiteY21" fmla="*/ 144025 h 232460"/>
                <a:gd name="connsiteX22" fmla="*/ 38346 w 159774"/>
                <a:gd name="connsiteY22" fmla="*/ 199613 h 232460"/>
                <a:gd name="connsiteX23" fmla="*/ 88195 w 159774"/>
                <a:gd name="connsiteY23" fmla="*/ 219827 h 232460"/>
                <a:gd name="connsiteX24" fmla="*/ 123985 w 159774"/>
                <a:gd name="connsiteY24" fmla="*/ 207193 h 232460"/>
                <a:gd name="connsiteX25" fmla="*/ 138045 w 159774"/>
                <a:gd name="connsiteY25" fmla="*/ 175609 h 232460"/>
                <a:gd name="connsiteX26" fmla="*/ 132932 w 159774"/>
                <a:gd name="connsiteY26" fmla="*/ 156658 h 232460"/>
                <a:gd name="connsiteX27" fmla="*/ 116316 w 159774"/>
                <a:gd name="connsiteY27" fmla="*/ 142761 h 232460"/>
                <a:gd name="connsiteX28" fmla="*/ 71579 w 159774"/>
                <a:gd name="connsiteY28" fmla="*/ 128864 h 232460"/>
                <a:gd name="connsiteX29" fmla="*/ 21729 w 159774"/>
                <a:gd name="connsiteY29" fmla="*/ 109914 h 232460"/>
                <a:gd name="connsiteX30" fmla="*/ 2556 w 159774"/>
                <a:gd name="connsiteY30" fmla="*/ 66959 h 232460"/>
                <a:gd name="connsiteX31" fmla="*/ 21729 w 159774"/>
                <a:gd name="connsiteY31" fmla="*/ 18951 h 232460"/>
                <a:gd name="connsiteX32" fmla="*/ 69023 w 159774"/>
                <a:gd name="connsiteY32" fmla="*/ 0 h 232460"/>
                <a:gd name="connsiteX33" fmla="*/ 95865 w 159774"/>
                <a:gd name="connsiteY33" fmla="*/ 5053 h 232460"/>
                <a:gd name="connsiteX34" fmla="*/ 121428 w 159774"/>
                <a:gd name="connsiteY34" fmla="*/ 21477 h 2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9774" h="232460">
                  <a:moveTo>
                    <a:pt x="121428" y="24004"/>
                  </a:moveTo>
                  <a:lnTo>
                    <a:pt x="135489" y="5053"/>
                  </a:lnTo>
                  <a:lnTo>
                    <a:pt x="146992" y="5053"/>
                  </a:lnTo>
                  <a:lnTo>
                    <a:pt x="146992" y="85909"/>
                  </a:lnTo>
                  <a:cubicBezTo>
                    <a:pt x="146992" y="85909"/>
                    <a:pt x="138045" y="85909"/>
                    <a:pt x="138045" y="85909"/>
                  </a:cubicBezTo>
                  <a:cubicBezTo>
                    <a:pt x="131654" y="60642"/>
                    <a:pt x="122706" y="42955"/>
                    <a:pt x="109925" y="31584"/>
                  </a:cubicBezTo>
                  <a:cubicBezTo>
                    <a:pt x="98421" y="20214"/>
                    <a:pt x="84361" y="13897"/>
                    <a:pt x="67744" y="13897"/>
                  </a:cubicBezTo>
                  <a:cubicBezTo>
                    <a:pt x="54962" y="13897"/>
                    <a:pt x="43459" y="17687"/>
                    <a:pt x="35789" y="25267"/>
                  </a:cubicBezTo>
                  <a:cubicBezTo>
                    <a:pt x="28120" y="32848"/>
                    <a:pt x="23008" y="42955"/>
                    <a:pt x="23008" y="54325"/>
                  </a:cubicBezTo>
                  <a:cubicBezTo>
                    <a:pt x="23008" y="61905"/>
                    <a:pt x="24286" y="68222"/>
                    <a:pt x="28120" y="73276"/>
                  </a:cubicBezTo>
                  <a:cubicBezTo>
                    <a:pt x="31955" y="78329"/>
                    <a:pt x="35789" y="83383"/>
                    <a:pt x="42180" y="85909"/>
                  </a:cubicBezTo>
                  <a:cubicBezTo>
                    <a:pt x="48571" y="88436"/>
                    <a:pt x="60075" y="92226"/>
                    <a:pt x="77970" y="96016"/>
                  </a:cubicBezTo>
                  <a:cubicBezTo>
                    <a:pt x="102255" y="101070"/>
                    <a:pt x="120150" y="107387"/>
                    <a:pt x="130376" y="112440"/>
                  </a:cubicBezTo>
                  <a:cubicBezTo>
                    <a:pt x="140601" y="117494"/>
                    <a:pt x="148270" y="125074"/>
                    <a:pt x="152105" y="133918"/>
                  </a:cubicBezTo>
                  <a:cubicBezTo>
                    <a:pt x="157218" y="142761"/>
                    <a:pt x="159774" y="151605"/>
                    <a:pt x="159774" y="162975"/>
                  </a:cubicBezTo>
                  <a:cubicBezTo>
                    <a:pt x="159774" y="183189"/>
                    <a:pt x="153383" y="199613"/>
                    <a:pt x="139323" y="212247"/>
                  </a:cubicBezTo>
                  <a:cubicBezTo>
                    <a:pt x="125263" y="224881"/>
                    <a:pt x="108646" y="232461"/>
                    <a:pt x="86917" y="232461"/>
                  </a:cubicBezTo>
                  <a:cubicBezTo>
                    <a:pt x="63910" y="232461"/>
                    <a:pt x="44737" y="224881"/>
                    <a:pt x="26842" y="209720"/>
                  </a:cubicBezTo>
                  <a:lnTo>
                    <a:pt x="10225" y="229934"/>
                  </a:lnTo>
                  <a:lnTo>
                    <a:pt x="0" y="229934"/>
                  </a:lnTo>
                  <a:lnTo>
                    <a:pt x="0" y="144025"/>
                  </a:lnTo>
                  <a:lnTo>
                    <a:pt x="10225" y="144025"/>
                  </a:lnTo>
                  <a:cubicBezTo>
                    <a:pt x="14060" y="168029"/>
                    <a:pt x="24286" y="185716"/>
                    <a:pt x="38346" y="199613"/>
                  </a:cubicBezTo>
                  <a:cubicBezTo>
                    <a:pt x="52406" y="213510"/>
                    <a:pt x="69023" y="219827"/>
                    <a:pt x="88195" y="219827"/>
                  </a:cubicBezTo>
                  <a:cubicBezTo>
                    <a:pt x="103534" y="219827"/>
                    <a:pt x="115038" y="214774"/>
                    <a:pt x="123985" y="207193"/>
                  </a:cubicBezTo>
                  <a:cubicBezTo>
                    <a:pt x="132932" y="198350"/>
                    <a:pt x="138045" y="188243"/>
                    <a:pt x="138045" y="175609"/>
                  </a:cubicBezTo>
                  <a:cubicBezTo>
                    <a:pt x="138045" y="168029"/>
                    <a:pt x="136767" y="162975"/>
                    <a:pt x="132932" y="156658"/>
                  </a:cubicBezTo>
                  <a:cubicBezTo>
                    <a:pt x="129097" y="151605"/>
                    <a:pt x="123985" y="146551"/>
                    <a:pt x="116316" y="142761"/>
                  </a:cubicBezTo>
                  <a:cubicBezTo>
                    <a:pt x="108646" y="138971"/>
                    <a:pt x="93308" y="135181"/>
                    <a:pt x="71579" y="128864"/>
                  </a:cubicBezTo>
                  <a:cubicBezTo>
                    <a:pt x="47293" y="123811"/>
                    <a:pt x="30677" y="116230"/>
                    <a:pt x="21729" y="109914"/>
                  </a:cubicBezTo>
                  <a:cubicBezTo>
                    <a:pt x="8947" y="99807"/>
                    <a:pt x="2556" y="84646"/>
                    <a:pt x="2556" y="66959"/>
                  </a:cubicBezTo>
                  <a:cubicBezTo>
                    <a:pt x="2556" y="49272"/>
                    <a:pt x="8947" y="31584"/>
                    <a:pt x="21729" y="18951"/>
                  </a:cubicBezTo>
                  <a:cubicBezTo>
                    <a:pt x="34511" y="6317"/>
                    <a:pt x="49849" y="0"/>
                    <a:pt x="69023" y="0"/>
                  </a:cubicBezTo>
                  <a:cubicBezTo>
                    <a:pt x="77970" y="0"/>
                    <a:pt x="86917" y="1263"/>
                    <a:pt x="95865" y="5053"/>
                  </a:cubicBezTo>
                  <a:cubicBezTo>
                    <a:pt x="104812" y="8844"/>
                    <a:pt x="112481" y="13897"/>
                    <a:pt x="121428" y="21477"/>
                  </a:cubicBezTo>
                  <a:close/>
                </a:path>
              </a:pathLst>
            </a:custGeom>
            <a:grpFill/>
            <a:ln w="3810" cap="rnd">
              <a:solidFill>
                <a:schemeClr val="bg1">
                  <a:lumMod val="95000"/>
                </a:schemeClr>
              </a:solidFill>
              <a:prstDash val="solid"/>
              <a:round/>
            </a:ln>
          </p:spPr>
          <p:txBody>
            <a:bodyPr rtlCol="0" anchor="ctr"/>
            <a:lstStyle/>
            <a:p>
              <a:endParaRPr lang="en-US"/>
            </a:p>
          </p:txBody>
        </p:sp>
        <p:sp>
          <p:nvSpPr>
            <p:cNvPr id="66" name="Freeform 65">
              <a:extLst>
                <a:ext uri="{FF2B5EF4-FFF2-40B4-BE49-F238E27FC236}">
                  <a16:creationId xmlns:a16="http://schemas.microsoft.com/office/drawing/2014/main" id="{659CA65B-252F-2CE2-79FE-DFE25AFD42EB}"/>
                </a:ext>
              </a:extLst>
            </p:cNvPr>
            <p:cNvSpPr/>
            <p:nvPr/>
          </p:nvSpPr>
          <p:spPr>
            <a:xfrm>
              <a:off x="37255256" y="1336649"/>
              <a:ext cx="104812" cy="222353"/>
            </a:xfrm>
            <a:custGeom>
              <a:avLst/>
              <a:gdLst>
                <a:gd name="connsiteX0" fmla="*/ 2556 w 104812"/>
                <a:gd name="connsiteY0" fmla="*/ 0 h 222353"/>
                <a:gd name="connsiteX1" fmla="*/ 104812 w 104812"/>
                <a:gd name="connsiteY1" fmla="*/ 0 h 222353"/>
                <a:gd name="connsiteX2" fmla="*/ 104812 w 104812"/>
                <a:gd name="connsiteY2" fmla="*/ 11370 h 222353"/>
                <a:gd name="connsiteX3" fmla="*/ 86917 w 104812"/>
                <a:gd name="connsiteY3" fmla="*/ 11370 h 222353"/>
                <a:gd name="connsiteX4" fmla="*/ 71579 w 104812"/>
                <a:gd name="connsiteY4" fmla="*/ 13897 h 222353"/>
                <a:gd name="connsiteX5" fmla="*/ 69023 w 104812"/>
                <a:gd name="connsiteY5" fmla="*/ 26531 h 222353"/>
                <a:gd name="connsiteX6" fmla="*/ 69023 w 104812"/>
                <a:gd name="connsiteY6" fmla="*/ 194560 h 222353"/>
                <a:gd name="connsiteX7" fmla="*/ 71579 w 104812"/>
                <a:gd name="connsiteY7" fmla="*/ 207193 h 222353"/>
                <a:gd name="connsiteX8" fmla="*/ 84361 w 104812"/>
                <a:gd name="connsiteY8" fmla="*/ 210983 h 222353"/>
                <a:gd name="connsiteX9" fmla="*/ 103534 w 104812"/>
                <a:gd name="connsiteY9" fmla="*/ 210983 h 222353"/>
                <a:gd name="connsiteX10" fmla="*/ 103534 w 104812"/>
                <a:gd name="connsiteY10" fmla="*/ 222354 h 222353"/>
                <a:gd name="connsiteX11" fmla="*/ 1278 w 104812"/>
                <a:gd name="connsiteY11" fmla="*/ 222354 h 222353"/>
                <a:gd name="connsiteX12" fmla="*/ 1278 w 104812"/>
                <a:gd name="connsiteY12" fmla="*/ 210983 h 222353"/>
                <a:gd name="connsiteX13" fmla="*/ 20451 w 104812"/>
                <a:gd name="connsiteY13" fmla="*/ 210983 h 222353"/>
                <a:gd name="connsiteX14" fmla="*/ 33233 w 104812"/>
                <a:gd name="connsiteY14" fmla="*/ 208457 h 222353"/>
                <a:gd name="connsiteX15" fmla="*/ 35790 w 104812"/>
                <a:gd name="connsiteY15" fmla="*/ 195823 h 222353"/>
                <a:gd name="connsiteX16" fmla="*/ 35790 w 104812"/>
                <a:gd name="connsiteY16" fmla="*/ 27794 h 222353"/>
                <a:gd name="connsiteX17" fmla="*/ 33233 w 104812"/>
                <a:gd name="connsiteY17" fmla="*/ 16424 h 222353"/>
                <a:gd name="connsiteX18" fmla="*/ 17895 w 104812"/>
                <a:gd name="connsiteY18" fmla="*/ 12634 h 222353"/>
                <a:gd name="connsiteX19" fmla="*/ 0 w 104812"/>
                <a:gd name="connsiteY19" fmla="*/ 12634 h 222353"/>
                <a:gd name="connsiteX20" fmla="*/ 0 w 104812"/>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2" h="222353">
                  <a:moveTo>
                    <a:pt x="2556"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3534" y="210983"/>
                  </a:lnTo>
                  <a:lnTo>
                    <a:pt x="103534"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7" name="Freeform 66">
              <a:extLst>
                <a:ext uri="{FF2B5EF4-FFF2-40B4-BE49-F238E27FC236}">
                  <a16:creationId xmlns:a16="http://schemas.microsoft.com/office/drawing/2014/main" id="{ADA5CF51-0F18-C67D-5938-4537E51C11F4}"/>
                </a:ext>
              </a:extLst>
            </p:cNvPr>
            <p:cNvSpPr/>
            <p:nvPr/>
          </p:nvSpPr>
          <p:spPr>
            <a:xfrm>
              <a:off x="37377963" y="1336649"/>
              <a:ext cx="191729" cy="221090"/>
            </a:xfrm>
            <a:custGeom>
              <a:avLst/>
              <a:gdLst>
                <a:gd name="connsiteX0" fmla="*/ 7669 w 191729"/>
                <a:gd name="connsiteY0" fmla="*/ 0 h 221090"/>
                <a:gd name="connsiteX1" fmla="*/ 187894 w 191729"/>
                <a:gd name="connsiteY1" fmla="*/ 0 h 221090"/>
                <a:gd name="connsiteX2" fmla="*/ 191729 w 191729"/>
                <a:gd name="connsiteY2" fmla="*/ 83383 h 221090"/>
                <a:gd name="connsiteX3" fmla="*/ 181503 w 191729"/>
                <a:gd name="connsiteY3" fmla="*/ 83383 h 221090"/>
                <a:gd name="connsiteX4" fmla="*/ 127819 w 191729"/>
                <a:gd name="connsiteY4" fmla="*/ 10107 h 221090"/>
                <a:gd name="connsiteX5" fmla="*/ 116316 w 191729"/>
                <a:gd name="connsiteY5" fmla="*/ 12634 h 221090"/>
                <a:gd name="connsiteX6" fmla="*/ 112481 w 191729"/>
                <a:gd name="connsiteY6" fmla="*/ 22741 h 221090"/>
                <a:gd name="connsiteX7" fmla="*/ 112481 w 191729"/>
                <a:gd name="connsiteY7" fmla="*/ 199613 h 221090"/>
                <a:gd name="connsiteX8" fmla="*/ 115037 w 191729"/>
                <a:gd name="connsiteY8" fmla="*/ 207193 h 221090"/>
                <a:gd name="connsiteX9" fmla="*/ 125263 w 191729"/>
                <a:gd name="connsiteY9" fmla="*/ 209720 h 221090"/>
                <a:gd name="connsiteX10" fmla="*/ 146992 w 191729"/>
                <a:gd name="connsiteY10" fmla="*/ 209720 h 221090"/>
                <a:gd name="connsiteX11" fmla="*/ 146992 w 191729"/>
                <a:gd name="connsiteY11" fmla="*/ 221090 h 221090"/>
                <a:gd name="connsiteX12" fmla="*/ 43459 w 191729"/>
                <a:gd name="connsiteY12" fmla="*/ 221090 h 221090"/>
                <a:gd name="connsiteX13" fmla="*/ 43459 w 191729"/>
                <a:gd name="connsiteY13" fmla="*/ 209720 h 221090"/>
                <a:gd name="connsiteX14" fmla="*/ 69022 w 191729"/>
                <a:gd name="connsiteY14" fmla="*/ 209720 h 221090"/>
                <a:gd name="connsiteX15" fmla="*/ 76691 w 191729"/>
                <a:gd name="connsiteY15" fmla="*/ 207193 h 221090"/>
                <a:gd name="connsiteX16" fmla="*/ 79248 w 191729"/>
                <a:gd name="connsiteY16" fmla="*/ 200876 h 221090"/>
                <a:gd name="connsiteX17" fmla="*/ 79248 w 191729"/>
                <a:gd name="connsiteY17" fmla="*/ 21477 h 221090"/>
                <a:gd name="connsiteX18" fmla="*/ 75413 w 191729"/>
                <a:gd name="connsiteY18" fmla="*/ 12634 h 221090"/>
                <a:gd name="connsiteX19" fmla="*/ 63910 w 191729"/>
                <a:gd name="connsiteY19" fmla="*/ 10107 h 221090"/>
                <a:gd name="connsiteX20" fmla="*/ 28120 w 191729"/>
                <a:gd name="connsiteY20" fmla="*/ 30321 h 221090"/>
                <a:gd name="connsiteX21" fmla="*/ 10225 w 191729"/>
                <a:gd name="connsiteY21" fmla="*/ 83383 h 221090"/>
                <a:gd name="connsiteX22" fmla="*/ 0 w 191729"/>
                <a:gd name="connsiteY22" fmla="*/ 83383 h 221090"/>
                <a:gd name="connsiteX23" fmla="*/ 5112 w 191729"/>
                <a:gd name="connsiteY2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1729" h="221090">
                  <a:moveTo>
                    <a:pt x="7669" y="0"/>
                  </a:moveTo>
                  <a:lnTo>
                    <a:pt x="187894" y="0"/>
                  </a:lnTo>
                  <a:lnTo>
                    <a:pt x="191729" y="83383"/>
                  </a:lnTo>
                  <a:lnTo>
                    <a:pt x="181503" y="83383"/>
                  </a:lnTo>
                  <a:cubicBezTo>
                    <a:pt x="175112" y="34111"/>
                    <a:pt x="157218" y="10107"/>
                    <a:pt x="127819" y="10107"/>
                  </a:cubicBezTo>
                  <a:cubicBezTo>
                    <a:pt x="121428" y="10107"/>
                    <a:pt x="117594" y="10107"/>
                    <a:pt x="116316" y="12634"/>
                  </a:cubicBezTo>
                  <a:cubicBezTo>
                    <a:pt x="115037" y="15160"/>
                    <a:pt x="112481" y="17687"/>
                    <a:pt x="112481" y="22741"/>
                  </a:cubicBezTo>
                  <a:lnTo>
                    <a:pt x="112481" y="199613"/>
                  </a:lnTo>
                  <a:cubicBezTo>
                    <a:pt x="112481" y="199613"/>
                    <a:pt x="112481" y="205930"/>
                    <a:pt x="115037" y="207193"/>
                  </a:cubicBezTo>
                  <a:cubicBezTo>
                    <a:pt x="117594" y="208457"/>
                    <a:pt x="120150" y="209720"/>
                    <a:pt x="125263" y="209720"/>
                  </a:cubicBezTo>
                  <a:lnTo>
                    <a:pt x="146992" y="209720"/>
                  </a:lnTo>
                  <a:lnTo>
                    <a:pt x="146992" y="221090"/>
                  </a:lnTo>
                  <a:lnTo>
                    <a:pt x="43459" y="221090"/>
                  </a:lnTo>
                  <a:lnTo>
                    <a:pt x="43459" y="209720"/>
                  </a:lnTo>
                  <a:lnTo>
                    <a:pt x="69022" y="209720"/>
                  </a:lnTo>
                  <a:cubicBezTo>
                    <a:pt x="69022" y="209720"/>
                    <a:pt x="75413" y="209720"/>
                    <a:pt x="76691" y="207193"/>
                  </a:cubicBezTo>
                  <a:cubicBezTo>
                    <a:pt x="77970" y="205930"/>
                    <a:pt x="79248" y="203403"/>
                    <a:pt x="79248" y="200876"/>
                  </a:cubicBezTo>
                  <a:lnTo>
                    <a:pt x="79248" y="21477"/>
                  </a:lnTo>
                  <a:cubicBezTo>
                    <a:pt x="79248" y="21477"/>
                    <a:pt x="79248" y="15160"/>
                    <a:pt x="75413" y="12634"/>
                  </a:cubicBezTo>
                  <a:cubicBezTo>
                    <a:pt x="72857" y="10107"/>
                    <a:pt x="69022" y="10107"/>
                    <a:pt x="63910" y="10107"/>
                  </a:cubicBezTo>
                  <a:cubicBezTo>
                    <a:pt x="49849" y="10107"/>
                    <a:pt x="37067" y="16424"/>
                    <a:pt x="28120" y="30321"/>
                  </a:cubicBezTo>
                  <a:cubicBezTo>
                    <a:pt x="20451" y="41691"/>
                    <a:pt x="14060" y="59379"/>
                    <a:pt x="10225" y="83383"/>
                  </a:cubicBezTo>
                  <a:lnTo>
                    <a:pt x="0" y="83383"/>
                  </a:lnTo>
                  <a:lnTo>
                    <a:pt x="5112" y="0"/>
                  </a:lnTo>
                  <a:close/>
                </a:path>
              </a:pathLst>
            </a:custGeom>
            <a:grpFill/>
            <a:ln w="3810" cap="rnd">
              <a:solidFill>
                <a:schemeClr val="bg1">
                  <a:lumMod val="95000"/>
                </a:schemeClr>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FB2388B3-A848-2D9C-BF22-492C5DBBB3D7}"/>
                </a:ext>
              </a:extLst>
            </p:cNvPr>
            <p:cNvSpPr/>
            <p:nvPr/>
          </p:nvSpPr>
          <p:spPr>
            <a:xfrm>
              <a:off x="37574804" y="1336649"/>
              <a:ext cx="222405" cy="222353"/>
            </a:xfrm>
            <a:custGeom>
              <a:avLst/>
              <a:gdLst>
                <a:gd name="connsiteX0" fmla="*/ 0 w 222405"/>
                <a:gd name="connsiteY0" fmla="*/ 0 h 222353"/>
                <a:gd name="connsiteX1" fmla="*/ 97143 w 222405"/>
                <a:gd name="connsiteY1" fmla="*/ 0 h 222353"/>
                <a:gd name="connsiteX2" fmla="*/ 97143 w 222405"/>
                <a:gd name="connsiteY2" fmla="*/ 11370 h 222353"/>
                <a:gd name="connsiteX3" fmla="*/ 86917 w 222405"/>
                <a:gd name="connsiteY3" fmla="*/ 11370 h 222353"/>
                <a:gd name="connsiteX4" fmla="*/ 69023 w 222405"/>
                <a:gd name="connsiteY4" fmla="*/ 13897 h 222353"/>
                <a:gd name="connsiteX5" fmla="*/ 65188 w 222405"/>
                <a:gd name="connsiteY5" fmla="*/ 20214 h 222353"/>
                <a:gd name="connsiteX6" fmla="*/ 67745 w 222405"/>
                <a:gd name="connsiteY6" fmla="*/ 27794 h 222353"/>
                <a:gd name="connsiteX7" fmla="*/ 123985 w 222405"/>
                <a:gd name="connsiteY7" fmla="*/ 114967 h 222353"/>
                <a:gd name="connsiteX8" fmla="*/ 164887 w 222405"/>
                <a:gd name="connsiteY8" fmla="*/ 40428 h 222353"/>
                <a:gd name="connsiteX9" fmla="*/ 167444 w 222405"/>
                <a:gd name="connsiteY9" fmla="*/ 30321 h 222353"/>
                <a:gd name="connsiteX10" fmla="*/ 162331 w 222405"/>
                <a:gd name="connsiteY10" fmla="*/ 17687 h 222353"/>
                <a:gd name="connsiteX11" fmla="*/ 148270 w 222405"/>
                <a:gd name="connsiteY11" fmla="*/ 12634 h 222353"/>
                <a:gd name="connsiteX12" fmla="*/ 138045 w 222405"/>
                <a:gd name="connsiteY12" fmla="*/ 12634 h 222353"/>
                <a:gd name="connsiteX13" fmla="*/ 138045 w 222405"/>
                <a:gd name="connsiteY13" fmla="*/ 1263 h 222353"/>
                <a:gd name="connsiteX14" fmla="*/ 222406 w 222405"/>
                <a:gd name="connsiteY14" fmla="*/ 1263 h 222353"/>
                <a:gd name="connsiteX15" fmla="*/ 222406 w 222405"/>
                <a:gd name="connsiteY15" fmla="*/ 12634 h 222353"/>
                <a:gd name="connsiteX16" fmla="*/ 199398 w 222405"/>
                <a:gd name="connsiteY16" fmla="*/ 17687 h 222353"/>
                <a:gd name="connsiteX17" fmla="*/ 182782 w 222405"/>
                <a:gd name="connsiteY17" fmla="*/ 36638 h 222353"/>
                <a:gd name="connsiteX18" fmla="*/ 131654 w 222405"/>
                <a:gd name="connsiteY18" fmla="*/ 130127 h 222353"/>
                <a:gd name="connsiteX19" fmla="*/ 131654 w 222405"/>
                <a:gd name="connsiteY19" fmla="*/ 199613 h 222353"/>
                <a:gd name="connsiteX20" fmla="*/ 134211 w 222405"/>
                <a:gd name="connsiteY20" fmla="*/ 207193 h 222353"/>
                <a:gd name="connsiteX21" fmla="*/ 146992 w 222405"/>
                <a:gd name="connsiteY21" fmla="*/ 210983 h 222353"/>
                <a:gd name="connsiteX22" fmla="*/ 166166 w 222405"/>
                <a:gd name="connsiteY22" fmla="*/ 210983 h 222353"/>
                <a:gd name="connsiteX23" fmla="*/ 166166 w 222405"/>
                <a:gd name="connsiteY23" fmla="*/ 222354 h 222353"/>
                <a:gd name="connsiteX24" fmla="*/ 63910 w 222405"/>
                <a:gd name="connsiteY24" fmla="*/ 222354 h 222353"/>
                <a:gd name="connsiteX25" fmla="*/ 63910 w 222405"/>
                <a:gd name="connsiteY25" fmla="*/ 210983 h 222353"/>
                <a:gd name="connsiteX26" fmla="*/ 84361 w 222405"/>
                <a:gd name="connsiteY26" fmla="*/ 210983 h 222353"/>
                <a:gd name="connsiteX27" fmla="*/ 95865 w 222405"/>
                <a:gd name="connsiteY27" fmla="*/ 208457 h 222353"/>
                <a:gd name="connsiteX28" fmla="*/ 99699 w 222405"/>
                <a:gd name="connsiteY28" fmla="*/ 200876 h 222353"/>
                <a:gd name="connsiteX29" fmla="*/ 99699 w 222405"/>
                <a:gd name="connsiteY29" fmla="*/ 132654 h 222353"/>
                <a:gd name="connsiteX30" fmla="*/ 30677 w 222405"/>
                <a:gd name="connsiteY30" fmla="*/ 25267 h 222353"/>
                <a:gd name="connsiteX31" fmla="*/ 20451 w 222405"/>
                <a:gd name="connsiteY31" fmla="*/ 15160 h 222353"/>
                <a:gd name="connsiteX32" fmla="*/ 0 w 222405"/>
                <a:gd name="connsiteY32" fmla="*/ 12634 h 222353"/>
                <a:gd name="connsiteX33" fmla="*/ 0 w 222405"/>
                <a:gd name="connsiteY33"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405" h="222353">
                  <a:moveTo>
                    <a:pt x="0" y="0"/>
                  </a:moveTo>
                  <a:lnTo>
                    <a:pt x="97143" y="0"/>
                  </a:lnTo>
                  <a:lnTo>
                    <a:pt x="97143" y="11370"/>
                  </a:lnTo>
                  <a:lnTo>
                    <a:pt x="86917" y="11370"/>
                  </a:lnTo>
                  <a:cubicBezTo>
                    <a:pt x="77970" y="11370"/>
                    <a:pt x="71579" y="11370"/>
                    <a:pt x="69023" y="13897"/>
                  </a:cubicBezTo>
                  <a:cubicBezTo>
                    <a:pt x="66466" y="15160"/>
                    <a:pt x="65188" y="17687"/>
                    <a:pt x="65188" y="20214"/>
                  </a:cubicBezTo>
                  <a:cubicBezTo>
                    <a:pt x="65188" y="22741"/>
                    <a:pt x="65188" y="25267"/>
                    <a:pt x="67745" y="27794"/>
                  </a:cubicBezTo>
                  <a:lnTo>
                    <a:pt x="123985" y="114967"/>
                  </a:lnTo>
                  <a:lnTo>
                    <a:pt x="164887" y="40428"/>
                  </a:lnTo>
                  <a:cubicBezTo>
                    <a:pt x="164887" y="40428"/>
                    <a:pt x="167444" y="34111"/>
                    <a:pt x="167444" y="30321"/>
                  </a:cubicBezTo>
                  <a:cubicBezTo>
                    <a:pt x="167444" y="25267"/>
                    <a:pt x="166166" y="21477"/>
                    <a:pt x="162331" y="17687"/>
                  </a:cubicBezTo>
                  <a:cubicBezTo>
                    <a:pt x="158496" y="13897"/>
                    <a:pt x="154662" y="12634"/>
                    <a:pt x="148270" y="12634"/>
                  </a:cubicBezTo>
                  <a:lnTo>
                    <a:pt x="138045" y="12634"/>
                  </a:lnTo>
                  <a:lnTo>
                    <a:pt x="138045" y="1263"/>
                  </a:lnTo>
                  <a:lnTo>
                    <a:pt x="222406" y="1263"/>
                  </a:lnTo>
                  <a:lnTo>
                    <a:pt x="222406" y="12634"/>
                  </a:lnTo>
                  <a:cubicBezTo>
                    <a:pt x="212180" y="12634"/>
                    <a:pt x="205789" y="13897"/>
                    <a:pt x="199398" y="17687"/>
                  </a:cubicBezTo>
                  <a:cubicBezTo>
                    <a:pt x="194285" y="21477"/>
                    <a:pt x="187895" y="27794"/>
                    <a:pt x="182782" y="36638"/>
                  </a:cubicBezTo>
                  <a:lnTo>
                    <a:pt x="131654" y="130127"/>
                  </a:lnTo>
                  <a:lnTo>
                    <a:pt x="131654" y="199613"/>
                  </a:lnTo>
                  <a:cubicBezTo>
                    <a:pt x="131654" y="199613"/>
                    <a:pt x="131654" y="205930"/>
                    <a:pt x="134211" y="207193"/>
                  </a:cubicBezTo>
                  <a:cubicBezTo>
                    <a:pt x="136767" y="209720"/>
                    <a:pt x="141880" y="210983"/>
                    <a:pt x="146992" y="210983"/>
                  </a:cubicBezTo>
                  <a:lnTo>
                    <a:pt x="166166" y="210983"/>
                  </a:lnTo>
                  <a:lnTo>
                    <a:pt x="166166" y="222354"/>
                  </a:lnTo>
                  <a:lnTo>
                    <a:pt x="63910" y="222354"/>
                  </a:lnTo>
                  <a:lnTo>
                    <a:pt x="63910" y="210983"/>
                  </a:lnTo>
                  <a:lnTo>
                    <a:pt x="84361" y="210983"/>
                  </a:lnTo>
                  <a:cubicBezTo>
                    <a:pt x="84361" y="210983"/>
                    <a:pt x="93309" y="210983"/>
                    <a:pt x="95865" y="208457"/>
                  </a:cubicBezTo>
                  <a:cubicBezTo>
                    <a:pt x="98421" y="205930"/>
                    <a:pt x="99699" y="203403"/>
                    <a:pt x="99699" y="200876"/>
                  </a:cubicBezTo>
                  <a:lnTo>
                    <a:pt x="99699" y="132654"/>
                  </a:lnTo>
                  <a:lnTo>
                    <a:pt x="30677" y="25267"/>
                  </a:lnTo>
                  <a:cubicBezTo>
                    <a:pt x="30677" y="25267"/>
                    <a:pt x="24286" y="17687"/>
                    <a:pt x="20451" y="15160"/>
                  </a:cubicBezTo>
                  <a:cubicBezTo>
                    <a:pt x="16617" y="12634"/>
                    <a:pt x="10226" y="12634"/>
                    <a:pt x="0" y="12634"/>
                  </a:cubicBez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ECA07880-9D2E-0255-250C-F826C7D6B9FC}"/>
                </a:ext>
              </a:extLst>
            </p:cNvPr>
            <p:cNvSpPr/>
            <p:nvPr/>
          </p:nvSpPr>
          <p:spPr>
            <a:xfrm>
              <a:off x="37894353" y="1330332"/>
              <a:ext cx="189173" cy="233724"/>
            </a:xfrm>
            <a:custGeom>
              <a:avLst/>
              <a:gdLst>
                <a:gd name="connsiteX0" fmla="*/ 92030 w 189173"/>
                <a:gd name="connsiteY0" fmla="*/ 1263 h 233724"/>
                <a:gd name="connsiteX1" fmla="*/ 140602 w 189173"/>
                <a:gd name="connsiteY1" fmla="*/ 16424 h 233724"/>
                <a:gd name="connsiteX2" fmla="*/ 176391 w 189173"/>
                <a:gd name="connsiteY2" fmla="*/ 58115 h 233724"/>
                <a:gd name="connsiteX3" fmla="*/ 189173 w 189173"/>
                <a:gd name="connsiteY3" fmla="*/ 117494 h 233724"/>
                <a:gd name="connsiteX4" fmla="*/ 176391 w 189173"/>
                <a:gd name="connsiteY4" fmla="*/ 176872 h 233724"/>
                <a:gd name="connsiteX5" fmla="*/ 140602 w 189173"/>
                <a:gd name="connsiteY5" fmla="*/ 218564 h 233724"/>
                <a:gd name="connsiteX6" fmla="*/ 93309 w 189173"/>
                <a:gd name="connsiteY6" fmla="*/ 233724 h 233724"/>
                <a:gd name="connsiteX7" fmla="*/ 47294 w 189173"/>
                <a:gd name="connsiteY7" fmla="*/ 218564 h 233724"/>
                <a:gd name="connsiteX8" fmla="*/ 12782 w 189173"/>
                <a:gd name="connsiteY8" fmla="*/ 176872 h 233724"/>
                <a:gd name="connsiteX9" fmla="*/ 0 w 189173"/>
                <a:gd name="connsiteY9" fmla="*/ 116230 h 233724"/>
                <a:gd name="connsiteX10" fmla="*/ 12782 w 189173"/>
                <a:gd name="connsiteY10" fmla="*/ 56852 h 233724"/>
                <a:gd name="connsiteX11" fmla="*/ 47294 w 189173"/>
                <a:gd name="connsiteY11" fmla="*/ 15160 h 233724"/>
                <a:gd name="connsiteX12" fmla="*/ 93309 w 189173"/>
                <a:gd name="connsiteY12" fmla="*/ 0 h 233724"/>
                <a:gd name="connsiteX13" fmla="*/ 94587 w 189173"/>
                <a:gd name="connsiteY13" fmla="*/ 12634 h 233724"/>
                <a:gd name="connsiteX14" fmla="*/ 51128 w 189173"/>
                <a:gd name="connsiteY14" fmla="*/ 36638 h 233724"/>
                <a:gd name="connsiteX15" fmla="*/ 34511 w 189173"/>
                <a:gd name="connsiteY15" fmla="*/ 116230 h 233724"/>
                <a:gd name="connsiteX16" fmla="*/ 51128 w 189173"/>
                <a:gd name="connsiteY16" fmla="*/ 198350 h 233724"/>
                <a:gd name="connsiteX17" fmla="*/ 93309 w 189173"/>
                <a:gd name="connsiteY17" fmla="*/ 221090 h 233724"/>
                <a:gd name="connsiteX18" fmla="*/ 123985 w 189173"/>
                <a:gd name="connsiteY18" fmla="*/ 210983 h 233724"/>
                <a:gd name="connsiteX19" fmla="*/ 145714 w 189173"/>
                <a:gd name="connsiteY19" fmla="*/ 178136 h 233724"/>
                <a:gd name="connsiteX20" fmla="*/ 153383 w 189173"/>
                <a:gd name="connsiteY20" fmla="*/ 118757 h 233724"/>
                <a:gd name="connsiteX21" fmla="*/ 145714 w 189173"/>
                <a:gd name="connsiteY21" fmla="*/ 56852 h 233724"/>
                <a:gd name="connsiteX22" fmla="*/ 123985 w 189173"/>
                <a:gd name="connsiteY22" fmla="*/ 24004 h 233724"/>
                <a:gd name="connsiteX23" fmla="*/ 93309 w 189173"/>
                <a:gd name="connsiteY23" fmla="*/ 12634 h 23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9173" h="233724">
                  <a:moveTo>
                    <a:pt x="92030" y="1263"/>
                  </a:moveTo>
                  <a:cubicBezTo>
                    <a:pt x="108647" y="1263"/>
                    <a:pt x="125263" y="6317"/>
                    <a:pt x="140602" y="16424"/>
                  </a:cubicBezTo>
                  <a:cubicBezTo>
                    <a:pt x="155940" y="26531"/>
                    <a:pt x="167444" y="40428"/>
                    <a:pt x="176391" y="58115"/>
                  </a:cubicBezTo>
                  <a:cubicBezTo>
                    <a:pt x="185338" y="75802"/>
                    <a:pt x="189173" y="96016"/>
                    <a:pt x="189173" y="117494"/>
                  </a:cubicBezTo>
                  <a:cubicBezTo>
                    <a:pt x="189173" y="138971"/>
                    <a:pt x="185338" y="159185"/>
                    <a:pt x="176391" y="176872"/>
                  </a:cubicBezTo>
                  <a:cubicBezTo>
                    <a:pt x="167444" y="194560"/>
                    <a:pt x="155940" y="208457"/>
                    <a:pt x="140602" y="218564"/>
                  </a:cubicBezTo>
                  <a:cubicBezTo>
                    <a:pt x="125263" y="228671"/>
                    <a:pt x="109925" y="233724"/>
                    <a:pt x="93309" y="233724"/>
                  </a:cubicBezTo>
                  <a:cubicBezTo>
                    <a:pt x="76692" y="233724"/>
                    <a:pt x="61354" y="228671"/>
                    <a:pt x="47294" y="218564"/>
                  </a:cubicBezTo>
                  <a:cubicBezTo>
                    <a:pt x="33233" y="208457"/>
                    <a:pt x="21730" y="194560"/>
                    <a:pt x="12782" y="176872"/>
                  </a:cubicBezTo>
                  <a:cubicBezTo>
                    <a:pt x="3835" y="159185"/>
                    <a:pt x="0" y="138971"/>
                    <a:pt x="0" y="116230"/>
                  </a:cubicBezTo>
                  <a:cubicBezTo>
                    <a:pt x="0" y="93490"/>
                    <a:pt x="3835" y="74539"/>
                    <a:pt x="12782" y="56852"/>
                  </a:cubicBezTo>
                  <a:cubicBezTo>
                    <a:pt x="21730" y="39165"/>
                    <a:pt x="33233" y="25267"/>
                    <a:pt x="47294" y="15160"/>
                  </a:cubicBezTo>
                  <a:cubicBezTo>
                    <a:pt x="62632" y="5053"/>
                    <a:pt x="76692" y="0"/>
                    <a:pt x="93309" y="0"/>
                  </a:cubicBezTo>
                  <a:close/>
                  <a:moveTo>
                    <a:pt x="94587" y="12634"/>
                  </a:moveTo>
                  <a:cubicBezTo>
                    <a:pt x="76692" y="12634"/>
                    <a:pt x="62632" y="20214"/>
                    <a:pt x="51128" y="36638"/>
                  </a:cubicBezTo>
                  <a:cubicBezTo>
                    <a:pt x="39624" y="53062"/>
                    <a:pt x="34511" y="79593"/>
                    <a:pt x="34511" y="116230"/>
                  </a:cubicBezTo>
                  <a:cubicBezTo>
                    <a:pt x="34511" y="155395"/>
                    <a:pt x="39624" y="183189"/>
                    <a:pt x="51128" y="198350"/>
                  </a:cubicBezTo>
                  <a:cubicBezTo>
                    <a:pt x="62632" y="213510"/>
                    <a:pt x="76692" y="221090"/>
                    <a:pt x="93309" y="221090"/>
                  </a:cubicBezTo>
                  <a:cubicBezTo>
                    <a:pt x="104812" y="221090"/>
                    <a:pt x="115038" y="217300"/>
                    <a:pt x="123985" y="210983"/>
                  </a:cubicBezTo>
                  <a:cubicBezTo>
                    <a:pt x="132932" y="204667"/>
                    <a:pt x="139323" y="193296"/>
                    <a:pt x="145714" y="178136"/>
                  </a:cubicBezTo>
                  <a:cubicBezTo>
                    <a:pt x="150827" y="162975"/>
                    <a:pt x="153383" y="144025"/>
                    <a:pt x="153383" y="118757"/>
                  </a:cubicBezTo>
                  <a:cubicBezTo>
                    <a:pt x="153383" y="92226"/>
                    <a:pt x="150827" y="72012"/>
                    <a:pt x="145714" y="56852"/>
                  </a:cubicBezTo>
                  <a:cubicBezTo>
                    <a:pt x="140602" y="41691"/>
                    <a:pt x="134211" y="30321"/>
                    <a:pt x="123985" y="24004"/>
                  </a:cubicBezTo>
                  <a:cubicBezTo>
                    <a:pt x="115038" y="16424"/>
                    <a:pt x="104812" y="12634"/>
                    <a:pt x="93309" y="12634"/>
                  </a:cubicBezTo>
                  <a:close/>
                </a:path>
              </a:pathLst>
            </a:custGeom>
            <a:grpFill/>
            <a:ln w="3810" cap="rnd">
              <a:solidFill>
                <a:schemeClr val="bg1">
                  <a:lumMod val="95000"/>
                </a:schemeClr>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75227287-6907-AEA5-8AC7-8F962390BAA7}"/>
                </a:ext>
              </a:extLst>
            </p:cNvPr>
            <p:cNvSpPr/>
            <p:nvPr/>
          </p:nvSpPr>
          <p:spPr>
            <a:xfrm>
              <a:off x="38112924" y="1336649"/>
              <a:ext cx="168721" cy="221090"/>
            </a:xfrm>
            <a:custGeom>
              <a:avLst/>
              <a:gdLst>
                <a:gd name="connsiteX0" fmla="*/ 0 w 168721"/>
                <a:gd name="connsiteY0" fmla="*/ 0 h 221090"/>
                <a:gd name="connsiteX1" fmla="*/ 166165 w 168721"/>
                <a:gd name="connsiteY1" fmla="*/ 0 h 221090"/>
                <a:gd name="connsiteX2" fmla="*/ 168722 w 168721"/>
                <a:gd name="connsiteY2" fmla="*/ 77066 h 221090"/>
                <a:gd name="connsiteX3" fmla="*/ 159774 w 168721"/>
                <a:gd name="connsiteY3" fmla="*/ 77066 h 221090"/>
                <a:gd name="connsiteX4" fmla="*/ 141880 w 168721"/>
                <a:gd name="connsiteY4" fmla="*/ 25267 h 221090"/>
                <a:gd name="connsiteX5" fmla="*/ 104812 w 168721"/>
                <a:gd name="connsiteY5" fmla="*/ 11370 h 221090"/>
                <a:gd name="connsiteX6" fmla="*/ 71579 w 168721"/>
                <a:gd name="connsiteY6" fmla="*/ 11370 h 221090"/>
                <a:gd name="connsiteX7" fmla="*/ 65188 w 168721"/>
                <a:gd name="connsiteY7" fmla="*/ 13897 h 221090"/>
                <a:gd name="connsiteX8" fmla="*/ 62631 w 168721"/>
                <a:gd name="connsiteY8" fmla="*/ 21477 h 221090"/>
                <a:gd name="connsiteX9" fmla="*/ 62631 w 168721"/>
                <a:gd name="connsiteY9" fmla="*/ 101070 h 221090"/>
                <a:gd name="connsiteX10" fmla="*/ 80526 w 168721"/>
                <a:gd name="connsiteY10" fmla="*/ 101070 h 221090"/>
                <a:gd name="connsiteX11" fmla="*/ 103533 w 168721"/>
                <a:gd name="connsiteY11" fmla="*/ 90963 h 221090"/>
                <a:gd name="connsiteX12" fmla="*/ 112481 w 168721"/>
                <a:gd name="connsiteY12" fmla="*/ 58115 h 221090"/>
                <a:gd name="connsiteX13" fmla="*/ 122706 w 168721"/>
                <a:gd name="connsiteY13" fmla="*/ 58115 h 221090"/>
                <a:gd name="connsiteX14" fmla="*/ 122706 w 168721"/>
                <a:gd name="connsiteY14" fmla="*/ 157922 h 221090"/>
                <a:gd name="connsiteX15" fmla="*/ 112481 w 168721"/>
                <a:gd name="connsiteY15" fmla="*/ 157922 h 221090"/>
                <a:gd name="connsiteX16" fmla="*/ 103533 w 168721"/>
                <a:gd name="connsiteY16" fmla="*/ 122547 h 221090"/>
                <a:gd name="connsiteX17" fmla="*/ 80526 w 168721"/>
                <a:gd name="connsiteY17" fmla="*/ 112440 h 221090"/>
                <a:gd name="connsiteX18" fmla="*/ 62631 w 168721"/>
                <a:gd name="connsiteY18" fmla="*/ 112440 h 221090"/>
                <a:gd name="connsiteX19" fmla="*/ 62631 w 168721"/>
                <a:gd name="connsiteY19" fmla="*/ 197086 h 221090"/>
                <a:gd name="connsiteX20" fmla="*/ 66466 w 168721"/>
                <a:gd name="connsiteY20" fmla="*/ 207193 h 221090"/>
                <a:gd name="connsiteX21" fmla="*/ 77970 w 168721"/>
                <a:gd name="connsiteY21" fmla="*/ 209720 h 221090"/>
                <a:gd name="connsiteX22" fmla="*/ 99699 w 168721"/>
                <a:gd name="connsiteY22" fmla="*/ 209720 h 221090"/>
                <a:gd name="connsiteX23" fmla="*/ 99699 w 168721"/>
                <a:gd name="connsiteY23" fmla="*/ 221090 h 221090"/>
                <a:gd name="connsiteX24" fmla="*/ 1278 w 168721"/>
                <a:gd name="connsiteY24" fmla="*/ 221090 h 221090"/>
                <a:gd name="connsiteX25" fmla="*/ 1278 w 168721"/>
                <a:gd name="connsiteY25" fmla="*/ 209720 h 221090"/>
                <a:gd name="connsiteX26" fmla="*/ 21729 w 168721"/>
                <a:gd name="connsiteY26" fmla="*/ 209720 h 221090"/>
                <a:gd name="connsiteX27" fmla="*/ 30676 w 168721"/>
                <a:gd name="connsiteY27" fmla="*/ 207193 h 221090"/>
                <a:gd name="connsiteX28" fmla="*/ 33233 w 168721"/>
                <a:gd name="connsiteY28" fmla="*/ 198350 h 221090"/>
                <a:gd name="connsiteX29" fmla="*/ 33233 w 168721"/>
                <a:gd name="connsiteY29" fmla="*/ 22741 h 221090"/>
                <a:gd name="connsiteX30" fmla="*/ 30676 w 168721"/>
                <a:gd name="connsiteY30" fmla="*/ 13897 h 221090"/>
                <a:gd name="connsiteX31" fmla="*/ 20451 w 168721"/>
                <a:gd name="connsiteY31" fmla="*/ 11370 h 221090"/>
                <a:gd name="connsiteX32" fmla="*/ 0 w 168721"/>
                <a:gd name="connsiteY32" fmla="*/ 11370 h 221090"/>
                <a:gd name="connsiteX33" fmla="*/ 0 w 168721"/>
                <a:gd name="connsiteY3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8721" h="221090">
                  <a:moveTo>
                    <a:pt x="0" y="0"/>
                  </a:moveTo>
                  <a:lnTo>
                    <a:pt x="166165" y="0"/>
                  </a:lnTo>
                  <a:lnTo>
                    <a:pt x="168722" y="77066"/>
                  </a:lnTo>
                  <a:lnTo>
                    <a:pt x="159774" y="77066"/>
                  </a:lnTo>
                  <a:cubicBezTo>
                    <a:pt x="155939" y="50535"/>
                    <a:pt x="149548" y="34111"/>
                    <a:pt x="141880" y="25267"/>
                  </a:cubicBezTo>
                  <a:cubicBezTo>
                    <a:pt x="132932" y="16424"/>
                    <a:pt x="120150" y="11370"/>
                    <a:pt x="104812" y="11370"/>
                  </a:cubicBezTo>
                  <a:lnTo>
                    <a:pt x="71579" y="11370"/>
                  </a:lnTo>
                  <a:cubicBezTo>
                    <a:pt x="71579" y="11370"/>
                    <a:pt x="66466" y="11370"/>
                    <a:pt x="65188" y="13897"/>
                  </a:cubicBezTo>
                  <a:cubicBezTo>
                    <a:pt x="63910" y="15160"/>
                    <a:pt x="62631" y="17687"/>
                    <a:pt x="62631" y="21477"/>
                  </a:cubicBezTo>
                  <a:lnTo>
                    <a:pt x="62631" y="101070"/>
                  </a:lnTo>
                  <a:lnTo>
                    <a:pt x="80526" y="101070"/>
                  </a:lnTo>
                  <a:cubicBezTo>
                    <a:pt x="90752" y="101070"/>
                    <a:pt x="98421" y="97280"/>
                    <a:pt x="103533" y="90963"/>
                  </a:cubicBezTo>
                  <a:cubicBezTo>
                    <a:pt x="109925" y="83383"/>
                    <a:pt x="112481" y="73276"/>
                    <a:pt x="112481" y="58115"/>
                  </a:cubicBezTo>
                  <a:lnTo>
                    <a:pt x="122706" y="58115"/>
                  </a:lnTo>
                  <a:lnTo>
                    <a:pt x="122706" y="157922"/>
                  </a:lnTo>
                  <a:lnTo>
                    <a:pt x="112481" y="157922"/>
                  </a:lnTo>
                  <a:cubicBezTo>
                    <a:pt x="112481" y="141498"/>
                    <a:pt x="108646" y="128864"/>
                    <a:pt x="103533" y="122547"/>
                  </a:cubicBezTo>
                  <a:cubicBezTo>
                    <a:pt x="98421" y="114967"/>
                    <a:pt x="90752" y="112440"/>
                    <a:pt x="80526" y="112440"/>
                  </a:cubicBezTo>
                  <a:lnTo>
                    <a:pt x="62631" y="112440"/>
                  </a:lnTo>
                  <a:lnTo>
                    <a:pt x="62631" y="197086"/>
                  </a:lnTo>
                  <a:cubicBezTo>
                    <a:pt x="62631" y="197086"/>
                    <a:pt x="62631" y="205930"/>
                    <a:pt x="66466" y="207193"/>
                  </a:cubicBezTo>
                  <a:cubicBezTo>
                    <a:pt x="69022" y="209720"/>
                    <a:pt x="72857" y="209720"/>
                    <a:pt x="77970" y="209720"/>
                  </a:cubicBezTo>
                  <a:lnTo>
                    <a:pt x="99699" y="209720"/>
                  </a:lnTo>
                  <a:lnTo>
                    <a:pt x="99699" y="221090"/>
                  </a:lnTo>
                  <a:lnTo>
                    <a:pt x="1278" y="221090"/>
                  </a:lnTo>
                  <a:lnTo>
                    <a:pt x="1278" y="209720"/>
                  </a:lnTo>
                  <a:lnTo>
                    <a:pt x="21729" y="209720"/>
                  </a:lnTo>
                  <a:cubicBezTo>
                    <a:pt x="21729" y="209720"/>
                    <a:pt x="29398" y="209720"/>
                    <a:pt x="30676" y="207193"/>
                  </a:cubicBezTo>
                  <a:cubicBezTo>
                    <a:pt x="31955" y="205930"/>
                    <a:pt x="33233" y="202140"/>
                    <a:pt x="33233" y="198350"/>
                  </a:cubicBezTo>
                  <a:lnTo>
                    <a:pt x="33233" y="22741"/>
                  </a:lnTo>
                  <a:cubicBezTo>
                    <a:pt x="33233" y="22741"/>
                    <a:pt x="33233" y="16424"/>
                    <a:pt x="30676" y="13897"/>
                  </a:cubicBezTo>
                  <a:cubicBezTo>
                    <a:pt x="28120" y="11370"/>
                    <a:pt x="25563" y="11370"/>
                    <a:pt x="20451"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1" name="Freeform 70">
              <a:extLst>
                <a:ext uri="{FF2B5EF4-FFF2-40B4-BE49-F238E27FC236}">
                  <a16:creationId xmlns:a16="http://schemas.microsoft.com/office/drawing/2014/main" id="{5809B462-3C3D-26AF-2935-D9219FC459D0}"/>
                </a:ext>
              </a:extLst>
            </p:cNvPr>
            <p:cNvSpPr/>
            <p:nvPr/>
          </p:nvSpPr>
          <p:spPr>
            <a:xfrm>
              <a:off x="38374954" y="1336649"/>
              <a:ext cx="279924" cy="222353"/>
            </a:xfrm>
            <a:custGeom>
              <a:avLst/>
              <a:gdLst>
                <a:gd name="connsiteX0" fmla="*/ 1278 w 279924"/>
                <a:gd name="connsiteY0" fmla="*/ 0 h 222353"/>
                <a:gd name="connsiteX1" fmla="*/ 75413 w 279924"/>
                <a:gd name="connsiteY1" fmla="*/ 0 h 222353"/>
                <a:gd name="connsiteX2" fmla="*/ 141880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2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1 w 279924"/>
                <a:gd name="connsiteY14" fmla="*/ 221090 h 222353"/>
                <a:gd name="connsiteX15" fmla="*/ 176391 w 279924"/>
                <a:gd name="connsiteY15" fmla="*/ 209720 h 222353"/>
                <a:gd name="connsiteX16" fmla="*/ 195563 w 279924"/>
                <a:gd name="connsiteY16" fmla="*/ 209720 h 222353"/>
                <a:gd name="connsiteX17" fmla="*/ 208346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80" y="174346"/>
                  </a:lnTo>
                  <a:lnTo>
                    <a:pt x="203233" y="0"/>
                  </a:lnTo>
                  <a:lnTo>
                    <a:pt x="279924" y="0"/>
                  </a:lnTo>
                  <a:lnTo>
                    <a:pt x="279924" y="11370"/>
                  </a:lnTo>
                  <a:lnTo>
                    <a:pt x="260752" y="11370"/>
                  </a:lnTo>
                  <a:cubicBezTo>
                    <a:pt x="254360" y="11370"/>
                    <a:pt x="249248"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1" y="221090"/>
                  </a:lnTo>
                  <a:lnTo>
                    <a:pt x="176391" y="209720"/>
                  </a:lnTo>
                  <a:lnTo>
                    <a:pt x="195563" y="209720"/>
                  </a:lnTo>
                  <a:cubicBezTo>
                    <a:pt x="195563" y="209720"/>
                    <a:pt x="204511" y="209720"/>
                    <a:pt x="208346"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4"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D15BAEC2-102B-1A5C-860D-CD073EE590D5}"/>
                </a:ext>
              </a:extLst>
            </p:cNvPr>
            <p:cNvSpPr/>
            <p:nvPr/>
          </p:nvSpPr>
          <p:spPr>
            <a:xfrm>
              <a:off x="38675329"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3 w 104811"/>
                <a:gd name="connsiteY5" fmla="*/ 26531 h 222353"/>
                <a:gd name="connsiteX6" fmla="*/ 69023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90 w 104811"/>
                <a:gd name="connsiteY15" fmla="*/ 195823 h 222353"/>
                <a:gd name="connsiteX16" fmla="*/ 35790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73" name="Freeform 72">
              <a:extLst>
                <a:ext uri="{FF2B5EF4-FFF2-40B4-BE49-F238E27FC236}">
                  <a16:creationId xmlns:a16="http://schemas.microsoft.com/office/drawing/2014/main" id="{0D4D23D3-979F-910A-8939-BAD3E7F9B873}"/>
                </a:ext>
              </a:extLst>
            </p:cNvPr>
            <p:cNvSpPr/>
            <p:nvPr/>
          </p:nvSpPr>
          <p:spPr>
            <a:xfrm>
              <a:off x="38789088" y="1331596"/>
              <a:ext cx="227518" cy="226143"/>
            </a:xfrm>
            <a:custGeom>
              <a:avLst/>
              <a:gdLst>
                <a:gd name="connsiteX0" fmla="*/ 109925 w 227518"/>
                <a:gd name="connsiteY0" fmla="*/ 0 h 226143"/>
                <a:gd name="connsiteX1" fmla="*/ 120151 w 227518"/>
                <a:gd name="connsiteY1" fmla="*/ 0 h 226143"/>
                <a:gd name="connsiteX2" fmla="*/ 200677 w 227518"/>
                <a:gd name="connsiteY2" fmla="*/ 202140 h 226143"/>
                <a:gd name="connsiteX3" fmla="*/ 221128 w 227518"/>
                <a:gd name="connsiteY3" fmla="*/ 214774 h 226143"/>
                <a:gd name="connsiteX4" fmla="*/ 227519 w 227518"/>
                <a:gd name="connsiteY4" fmla="*/ 214774 h 226143"/>
                <a:gd name="connsiteX5" fmla="*/ 227519 w 227518"/>
                <a:gd name="connsiteY5" fmla="*/ 226144 h 226143"/>
                <a:gd name="connsiteX6" fmla="*/ 138045 w 227518"/>
                <a:gd name="connsiteY6" fmla="*/ 226144 h 226143"/>
                <a:gd name="connsiteX7" fmla="*/ 138045 w 227518"/>
                <a:gd name="connsiteY7" fmla="*/ 214774 h 226143"/>
                <a:gd name="connsiteX8" fmla="*/ 145714 w 227518"/>
                <a:gd name="connsiteY8" fmla="*/ 214774 h 226143"/>
                <a:gd name="connsiteX9" fmla="*/ 164887 w 227518"/>
                <a:gd name="connsiteY9" fmla="*/ 212247 h 226143"/>
                <a:gd name="connsiteX10" fmla="*/ 168722 w 227518"/>
                <a:gd name="connsiteY10" fmla="*/ 205930 h 226143"/>
                <a:gd name="connsiteX11" fmla="*/ 168722 w 227518"/>
                <a:gd name="connsiteY11" fmla="*/ 200876 h 226143"/>
                <a:gd name="connsiteX12" fmla="*/ 149549 w 227518"/>
                <a:gd name="connsiteY12" fmla="*/ 154132 h 226143"/>
                <a:gd name="connsiteX13" fmla="*/ 61354 w 227518"/>
                <a:gd name="connsiteY13" fmla="*/ 154132 h 226143"/>
                <a:gd name="connsiteX14" fmla="*/ 51128 w 227518"/>
                <a:gd name="connsiteY14" fmla="*/ 180663 h 226143"/>
                <a:gd name="connsiteX15" fmla="*/ 47294 w 227518"/>
                <a:gd name="connsiteY15" fmla="*/ 197086 h 226143"/>
                <a:gd name="connsiteX16" fmla="*/ 53684 w 227518"/>
                <a:gd name="connsiteY16" fmla="*/ 209720 h 226143"/>
                <a:gd name="connsiteX17" fmla="*/ 74135 w 227518"/>
                <a:gd name="connsiteY17" fmla="*/ 214774 h 226143"/>
                <a:gd name="connsiteX18" fmla="*/ 81805 w 227518"/>
                <a:gd name="connsiteY18" fmla="*/ 214774 h 226143"/>
                <a:gd name="connsiteX19" fmla="*/ 81805 w 227518"/>
                <a:gd name="connsiteY19" fmla="*/ 226144 h 226143"/>
                <a:gd name="connsiteX20" fmla="*/ 0 w 227518"/>
                <a:gd name="connsiteY20" fmla="*/ 226144 h 226143"/>
                <a:gd name="connsiteX21" fmla="*/ 0 w 227518"/>
                <a:gd name="connsiteY21" fmla="*/ 214774 h 226143"/>
                <a:gd name="connsiteX22" fmla="*/ 20451 w 227518"/>
                <a:gd name="connsiteY22" fmla="*/ 209720 h 226143"/>
                <a:gd name="connsiteX23" fmla="*/ 34511 w 227518"/>
                <a:gd name="connsiteY23" fmla="*/ 188243 h 226143"/>
                <a:gd name="connsiteX24" fmla="*/ 111203 w 227518"/>
                <a:gd name="connsiteY24" fmla="*/ 0 h 226143"/>
                <a:gd name="connsiteX25" fmla="*/ 106090 w 227518"/>
                <a:gd name="connsiteY25" fmla="*/ 42955 h 226143"/>
                <a:gd name="connsiteX26" fmla="*/ 66466 w 227518"/>
                <a:gd name="connsiteY26" fmla="*/ 141498 h 226143"/>
                <a:gd name="connsiteX27" fmla="*/ 145714 w 227518"/>
                <a:gd name="connsiteY27" fmla="*/ 141498 h 226143"/>
                <a:gd name="connsiteX28" fmla="*/ 107368 w 227518"/>
                <a:gd name="connsiteY28" fmla="*/ 42955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7518" h="226143">
                  <a:moveTo>
                    <a:pt x="109925" y="0"/>
                  </a:moveTo>
                  <a:lnTo>
                    <a:pt x="120151" y="0"/>
                  </a:lnTo>
                  <a:lnTo>
                    <a:pt x="200677" y="202140"/>
                  </a:lnTo>
                  <a:cubicBezTo>
                    <a:pt x="204511" y="210983"/>
                    <a:pt x="210902" y="214774"/>
                    <a:pt x="221128" y="214774"/>
                  </a:cubicBezTo>
                  <a:lnTo>
                    <a:pt x="227519" y="214774"/>
                  </a:lnTo>
                  <a:lnTo>
                    <a:pt x="227519" y="226144"/>
                  </a:lnTo>
                  <a:lnTo>
                    <a:pt x="138045" y="226144"/>
                  </a:lnTo>
                  <a:lnTo>
                    <a:pt x="138045" y="214774"/>
                  </a:lnTo>
                  <a:lnTo>
                    <a:pt x="145714" y="214774"/>
                  </a:lnTo>
                  <a:cubicBezTo>
                    <a:pt x="154662" y="214774"/>
                    <a:pt x="161053" y="214774"/>
                    <a:pt x="164887" y="212247"/>
                  </a:cubicBezTo>
                  <a:cubicBezTo>
                    <a:pt x="167444" y="210983"/>
                    <a:pt x="168722" y="208457"/>
                    <a:pt x="168722" y="205930"/>
                  </a:cubicBezTo>
                  <a:cubicBezTo>
                    <a:pt x="168722" y="204667"/>
                    <a:pt x="168722" y="202140"/>
                    <a:pt x="168722" y="200876"/>
                  </a:cubicBezTo>
                  <a:lnTo>
                    <a:pt x="149549" y="154132"/>
                  </a:lnTo>
                  <a:lnTo>
                    <a:pt x="61354" y="154132"/>
                  </a:lnTo>
                  <a:lnTo>
                    <a:pt x="51128" y="180663"/>
                  </a:lnTo>
                  <a:cubicBezTo>
                    <a:pt x="48571" y="188243"/>
                    <a:pt x="47294" y="193296"/>
                    <a:pt x="47294" y="197086"/>
                  </a:cubicBezTo>
                  <a:cubicBezTo>
                    <a:pt x="47294" y="202140"/>
                    <a:pt x="49850" y="205930"/>
                    <a:pt x="53684" y="209720"/>
                  </a:cubicBezTo>
                  <a:cubicBezTo>
                    <a:pt x="58797" y="213510"/>
                    <a:pt x="65188" y="214774"/>
                    <a:pt x="74135" y="214774"/>
                  </a:cubicBezTo>
                  <a:lnTo>
                    <a:pt x="81805" y="214774"/>
                  </a:lnTo>
                  <a:lnTo>
                    <a:pt x="81805" y="226144"/>
                  </a:lnTo>
                  <a:lnTo>
                    <a:pt x="0" y="226144"/>
                  </a:lnTo>
                  <a:lnTo>
                    <a:pt x="0" y="214774"/>
                  </a:lnTo>
                  <a:cubicBezTo>
                    <a:pt x="8948" y="214774"/>
                    <a:pt x="15339" y="213510"/>
                    <a:pt x="20451" y="209720"/>
                  </a:cubicBezTo>
                  <a:cubicBezTo>
                    <a:pt x="25564" y="205930"/>
                    <a:pt x="30677" y="198350"/>
                    <a:pt x="34511" y="188243"/>
                  </a:cubicBezTo>
                  <a:lnTo>
                    <a:pt x="111203" y="0"/>
                  </a:lnTo>
                  <a:close/>
                  <a:moveTo>
                    <a:pt x="106090" y="42955"/>
                  </a:moveTo>
                  <a:lnTo>
                    <a:pt x="66466" y="141498"/>
                  </a:lnTo>
                  <a:lnTo>
                    <a:pt x="145714" y="141498"/>
                  </a:lnTo>
                  <a:lnTo>
                    <a:pt x="107368" y="42955"/>
                  </a:lnTo>
                  <a:close/>
                </a:path>
              </a:pathLst>
            </a:custGeom>
            <a:grpFill/>
            <a:ln w="3810" cap="rnd">
              <a:solidFill>
                <a:schemeClr val="bg1">
                  <a:lumMod val="95000"/>
                </a:schemeClr>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94463420-67D3-8E56-65AB-0D367A0DC96A}"/>
                </a:ext>
              </a:extLst>
            </p:cNvPr>
            <p:cNvSpPr/>
            <p:nvPr/>
          </p:nvSpPr>
          <p:spPr>
            <a:xfrm>
              <a:off x="39019164" y="1336649"/>
              <a:ext cx="279924" cy="222353"/>
            </a:xfrm>
            <a:custGeom>
              <a:avLst/>
              <a:gdLst>
                <a:gd name="connsiteX0" fmla="*/ 1278 w 279924"/>
                <a:gd name="connsiteY0" fmla="*/ 0 h 222353"/>
                <a:gd name="connsiteX1" fmla="*/ 75413 w 279924"/>
                <a:gd name="connsiteY1" fmla="*/ 0 h 222353"/>
                <a:gd name="connsiteX2" fmla="*/ 141879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1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0 w 279924"/>
                <a:gd name="connsiteY14" fmla="*/ 221090 h 222353"/>
                <a:gd name="connsiteX15" fmla="*/ 176390 w 279924"/>
                <a:gd name="connsiteY15" fmla="*/ 209720 h 222353"/>
                <a:gd name="connsiteX16" fmla="*/ 195563 w 279924"/>
                <a:gd name="connsiteY16" fmla="*/ 209720 h 222353"/>
                <a:gd name="connsiteX17" fmla="*/ 208345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79" y="174346"/>
                  </a:lnTo>
                  <a:lnTo>
                    <a:pt x="203233" y="0"/>
                  </a:lnTo>
                  <a:lnTo>
                    <a:pt x="279924" y="0"/>
                  </a:lnTo>
                  <a:lnTo>
                    <a:pt x="279924" y="11370"/>
                  </a:lnTo>
                  <a:lnTo>
                    <a:pt x="260751" y="11370"/>
                  </a:lnTo>
                  <a:cubicBezTo>
                    <a:pt x="254360" y="11370"/>
                    <a:pt x="249247"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0" y="221090"/>
                  </a:lnTo>
                  <a:lnTo>
                    <a:pt x="176390" y="209720"/>
                  </a:lnTo>
                  <a:lnTo>
                    <a:pt x="195563" y="209720"/>
                  </a:lnTo>
                  <a:cubicBezTo>
                    <a:pt x="195563" y="209720"/>
                    <a:pt x="204511" y="209720"/>
                    <a:pt x="208345"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3"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5" name="Freeform 74">
              <a:extLst>
                <a:ext uri="{FF2B5EF4-FFF2-40B4-BE49-F238E27FC236}">
                  <a16:creationId xmlns:a16="http://schemas.microsoft.com/office/drawing/2014/main" id="{5B942756-BB2F-93B8-426C-37BC1A39A912}"/>
                </a:ext>
              </a:extLst>
            </p:cNvPr>
            <p:cNvSpPr/>
            <p:nvPr/>
          </p:nvSpPr>
          <p:spPr>
            <a:xfrm>
              <a:off x="39318261"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grpSp>
      <p:grpSp>
        <p:nvGrpSpPr>
          <p:cNvPr id="19" name="Graphic 3">
            <a:extLst>
              <a:ext uri="{FF2B5EF4-FFF2-40B4-BE49-F238E27FC236}">
                <a16:creationId xmlns:a16="http://schemas.microsoft.com/office/drawing/2014/main" id="{6BEFAD6D-62BD-CC1E-C3F3-9892A5A6BD3D}"/>
              </a:ext>
            </a:extLst>
          </p:cNvPr>
          <p:cNvGrpSpPr/>
          <p:nvPr/>
        </p:nvGrpSpPr>
        <p:grpSpPr>
          <a:xfrm>
            <a:off x="36168479" y="1724459"/>
            <a:ext cx="6115189" cy="757469"/>
            <a:chOff x="35786612" y="1757353"/>
            <a:chExt cx="6497057" cy="804769"/>
          </a:xfrm>
          <a:solidFill>
            <a:schemeClr val="bg1"/>
          </a:solidFill>
        </p:grpSpPr>
        <p:sp>
          <p:nvSpPr>
            <p:cNvPr id="21" name="Freeform 20">
              <a:extLst>
                <a:ext uri="{FF2B5EF4-FFF2-40B4-BE49-F238E27FC236}">
                  <a16:creationId xmlns:a16="http://schemas.microsoft.com/office/drawing/2014/main" id="{D4D003D0-C082-E1B8-628C-0EB5E03ED8F5}"/>
                </a:ext>
              </a:extLst>
            </p:cNvPr>
            <p:cNvSpPr/>
            <p:nvPr/>
          </p:nvSpPr>
          <p:spPr>
            <a:xfrm>
              <a:off x="35793003" y="1761143"/>
              <a:ext cx="263308" cy="327214"/>
            </a:xfrm>
            <a:custGeom>
              <a:avLst/>
              <a:gdLst>
                <a:gd name="connsiteX0" fmla="*/ 221127 w 263308"/>
                <a:gd name="connsiteY0" fmla="*/ 30321 h 327214"/>
                <a:gd name="connsiteX1" fmla="*/ 236466 w 263308"/>
                <a:gd name="connsiteY1" fmla="*/ 0 h 327214"/>
                <a:gd name="connsiteX2" fmla="*/ 250526 w 263308"/>
                <a:gd name="connsiteY2" fmla="*/ 0 h 327214"/>
                <a:gd name="connsiteX3" fmla="*/ 255639 w 263308"/>
                <a:gd name="connsiteY3" fmla="*/ 125074 h 327214"/>
                <a:gd name="connsiteX4" fmla="*/ 241579 w 263308"/>
                <a:gd name="connsiteY4" fmla="*/ 125074 h 327214"/>
                <a:gd name="connsiteX5" fmla="*/ 205789 w 263308"/>
                <a:gd name="connsiteY5" fmla="*/ 46745 h 327214"/>
                <a:gd name="connsiteX6" fmla="*/ 143158 w 263308"/>
                <a:gd name="connsiteY6" fmla="*/ 15161 h 327214"/>
                <a:gd name="connsiteX7" fmla="*/ 77970 w 263308"/>
                <a:gd name="connsiteY7" fmla="*/ 50535 h 327214"/>
                <a:gd name="connsiteX8" fmla="*/ 52406 w 263308"/>
                <a:gd name="connsiteY8" fmla="*/ 169292 h 327214"/>
                <a:gd name="connsiteX9" fmla="*/ 80526 w 263308"/>
                <a:gd name="connsiteY9" fmla="*/ 276679 h 327214"/>
                <a:gd name="connsiteX10" fmla="*/ 149549 w 263308"/>
                <a:gd name="connsiteY10" fmla="*/ 308263 h 327214"/>
                <a:gd name="connsiteX11" fmla="*/ 213459 w 263308"/>
                <a:gd name="connsiteY11" fmla="*/ 284259 h 327214"/>
                <a:gd name="connsiteX12" fmla="*/ 247969 w 263308"/>
                <a:gd name="connsiteY12" fmla="*/ 210983 h 327214"/>
                <a:gd name="connsiteX13" fmla="*/ 263308 w 263308"/>
                <a:gd name="connsiteY13" fmla="*/ 210983 h 327214"/>
                <a:gd name="connsiteX14" fmla="*/ 224962 w 263308"/>
                <a:gd name="connsiteY14" fmla="*/ 296893 h 327214"/>
                <a:gd name="connsiteX15" fmla="*/ 144436 w 263308"/>
                <a:gd name="connsiteY15" fmla="*/ 327214 h 327214"/>
                <a:gd name="connsiteX16" fmla="*/ 71579 w 263308"/>
                <a:gd name="connsiteY16" fmla="*/ 307000 h 327214"/>
                <a:gd name="connsiteX17" fmla="*/ 19173 w 263308"/>
                <a:gd name="connsiteY17" fmla="*/ 250148 h 327214"/>
                <a:gd name="connsiteX18" fmla="*/ 0 w 263308"/>
                <a:gd name="connsiteY18" fmla="*/ 169292 h 327214"/>
                <a:gd name="connsiteX19" fmla="*/ 20451 w 263308"/>
                <a:gd name="connsiteY19" fmla="*/ 82119 h 327214"/>
                <a:gd name="connsiteX20" fmla="*/ 72857 w 263308"/>
                <a:gd name="connsiteY20" fmla="*/ 20214 h 327214"/>
                <a:gd name="connsiteX21" fmla="*/ 141880 w 263308"/>
                <a:gd name="connsiteY21" fmla="*/ 0 h 327214"/>
                <a:gd name="connsiteX22" fmla="*/ 181504 w 263308"/>
                <a:gd name="connsiteY22" fmla="*/ 6317 h 327214"/>
                <a:gd name="connsiteX23" fmla="*/ 223684 w 263308"/>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4">
                  <a:moveTo>
                    <a:pt x="221127" y="30321"/>
                  </a:moveTo>
                  <a:lnTo>
                    <a:pt x="236466" y="0"/>
                  </a:lnTo>
                  <a:lnTo>
                    <a:pt x="250526" y="0"/>
                  </a:lnTo>
                  <a:lnTo>
                    <a:pt x="255639" y="125074"/>
                  </a:lnTo>
                  <a:lnTo>
                    <a:pt x="241579" y="125074"/>
                  </a:lnTo>
                  <a:cubicBezTo>
                    <a:pt x="232631" y="89700"/>
                    <a:pt x="219849" y="63169"/>
                    <a:pt x="205789" y="46745"/>
                  </a:cubicBezTo>
                  <a:cubicBezTo>
                    <a:pt x="187895" y="25268"/>
                    <a:pt x="167444" y="15161"/>
                    <a:pt x="143158" y="15161"/>
                  </a:cubicBezTo>
                  <a:cubicBezTo>
                    <a:pt x="116316" y="15161"/>
                    <a:pt x="94587" y="26531"/>
                    <a:pt x="77970" y="50535"/>
                  </a:cubicBezTo>
                  <a:cubicBezTo>
                    <a:pt x="61353" y="73276"/>
                    <a:pt x="52406" y="113704"/>
                    <a:pt x="52406" y="169292"/>
                  </a:cubicBezTo>
                  <a:cubicBezTo>
                    <a:pt x="52406" y="216037"/>
                    <a:pt x="61353" y="251412"/>
                    <a:pt x="80526" y="276679"/>
                  </a:cubicBezTo>
                  <a:cubicBezTo>
                    <a:pt x="97143" y="298156"/>
                    <a:pt x="120150" y="308263"/>
                    <a:pt x="149549" y="308263"/>
                  </a:cubicBezTo>
                  <a:cubicBezTo>
                    <a:pt x="175112" y="308263"/>
                    <a:pt x="196842" y="300683"/>
                    <a:pt x="213459" y="284259"/>
                  </a:cubicBezTo>
                  <a:cubicBezTo>
                    <a:pt x="231353" y="267835"/>
                    <a:pt x="241579" y="243831"/>
                    <a:pt x="247969"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505F790-CE67-98AC-873A-C6B532ABC5D7}"/>
                </a:ext>
              </a:extLst>
            </p:cNvPr>
            <p:cNvSpPr/>
            <p:nvPr/>
          </p:nvSpPr>
          <p:spPr>
            <a:xfrm>
              <a:off x="36079318"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7 w 272254"/>
                <a:gd name="connsiteY18" fmla="*/ 275416 h 312053"/>
                <a:gd name="connsiteX19" fmla="*/ 51127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2" y="21477"/>
                    <a:pt x="95865" y="26531"/>
                    <a:pt x="95865" y="32848"/>
                  </a:cubicBezTo>
                  <a:lnTo>
                    <a:pt x="95865" y="279206"/>
                  </a:lnTo>
                  <a:cubicBezTo>
                    <a:pt x="95865" y="279206"/>
                    <a:pt x="97142" y="289313"/>
                    <a:pt x="100977" y="291839"/>
                  </a:cubicBezTo>
                  <a:cubicBezTo>
                    <a:pt x="104812" y="294366"/>
                    <a:pt x="111203"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0" y="295630"/>
                    <a:pt x="46015" y="291839"/>
                  </a:cubicBezTo>
                  <a:cubicBezTo>
                    <a:pt x="49849" y="288049"/>
                    <a:pt x="51127" y="282996"/>
                    <a:pt x="51127" y="275416"/>
                  </a:cubicBezTo>
                  <a:lnTo>
                    <a:pt x="51127" y="31584"/>
                  </a:lnTo>
                  <a:cubicBezTo>
                    <a:pt x="51127" y="31584"/>
                    <a:pt x="49849"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BEACF11F-D111-3761-DE87-8519F53B8CD2}"/>
                </a:ext>
              </a:extLst>
            </p:cNvPr>
            <p:cNvSpPr/>
            <p:nvPr/>
          </p:nvSpPr>
          <p:spPr>
            <a:xfrm>
              <a:off x="36363077"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1 w 145713"/>
                <a:gd name="connsiteY3" fmla="*/ 15160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2F89E6B5-7EA6-7B52-25EA-269340B63797}"/>
                </a:ext>
              </a:extLst>
            </p:cNvPr>
            <p:cNvSpPr/>
            <p:nvPr/>
          </p:nvSpPr>
          <p:spPr>
            <a:xfrm>
              <a:off x="36531799"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6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6"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8CAB8A10-A40A-89FC-075A-0E483D383B51}"/>
                </a:ext>
              </a:extLst>
            </p:cNvPr>
            <p:cNvSpPr/>
            <p:nvPr/>
          </p:nvSpPr>
          <p:spPr>
            <a:xfrm>
              <a:off x="36875633"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0 w 145713"/>
                <a:gd name="connsiteY3" fmla="*/ 15160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0" y="15160"/>
                  </a:lnTo>
                  <a:cubicBezTo>
                    <a:pt x="108646" y="15160"/>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7B59BC23-5397-9CAF-BD45-61BD945266EA}"/>
                </a:ext>
              </a:extLst>
            </p:cNvPr>
            <p:cNvSpPr/>
            <p:nvPr/>
          </p:nvSpPr>
          <p:spPr>
            <a:xfrm>
              <a:off x="37058415" y="1761143"/>
              <a:ext cx="263307" cy="327214"/>
            </a:xfrm>
            <a:custGeom>
              <a:avLst/>
              <a:gdLst>
                <a:gd name="connsiteX0" fmla="*/ 221127 w 263307"/>
                <a:gd name="connsiteY0" fmla="*/ 30321 h 327214"/>
                <a:gd name="connsiteX1" fmla="*/ 236466 w 263307"/>
                <a:gd name="connsiteY1" fmla="*/ 0 h 327214"/>
                <a:gd name="connsiteX2" fmla="*/ 250526 w 263307"/>
                <a:gd name="connsiteY2" fmla="*/ 0 h 327214"/>
                <a:gd name="connsiteX3" fmla="*/ 255639 w 263307"/>
                <a:gd name="connsiteY3" fmla="*/ 125074 h 327214"/>
                <a:gd name="connsiteX4" fmla="*/ 241579 w 263307"/>
                <a:gd name="connsiteY4" fmla="*/ 125074 h 327214"/>
                <a:gd name="connsiteX5" fmla="*/ 205789 w 263307"/>
                <a:gd name="connsiteY5" fmla="*/ 46745 h 327214"/>
                <a:gd name="connsiteX6" fmla="*/ 143158 w 263307"/>
                <a:gd name="connsiteY6" fmla="*/ 15161 h 327214"/>
                <a:gd name="connsiteX7" fmla="*/ 77970 w 263307"/>
                <a:gd name="connsiteY7" fmla="*/ 50535 h 327214"/>
                <a:gd name="connsiteX8" fmla="*/ 52406 w 263307"/>
                <a:gd name="connsiteY8" fmla="*/ 169292 h 327214"/>
                <a:gd name="connsiteX9" fmla="*/ 80526 w 263307"/>
                <a:gd name="connsiteY9" fmla="*/ 276679 h 327214"/>
                <a:gd name="connsiteX10" fmla="*/ 149548 w 263307"/>
                <a:gd name="connsiteY10" fmla="*/ 308263 h 327214"/>
                <a:gd name="connsiteX11" fmla="*/ 213458 w 263307"/>
                <a:gd name="connsiteY11" fmla="*/ 284259 h 327214"/>
                <a:gd name="connsiteX12" fmla="*/ 247969 w 263307"/>
                <a:gd name="connsiteY12" fmla="*/ 210983 h 327214"/>
                <a:gd name="connsiteX13" fmla="*/ 263308 w 263307"/>
                <a:gd name="connsiteY13" fmla="*/ 210983 h 327214"/>
                <a:gd name="connsiteX14" fmla="*/ 224962 w 263307"/>
                <a:gd name="connsiteY14" fmla="*/ 296893 h 327214"/>
                <a:gd name="connsiteX15" fmla="*/ 144436 w 263307"/>
                <a:gd name="connsiteY15" fmla="*/ 327214 h 327214"/>
                <a:gd name="connsiteX16" fmla="*/ 71579 w 263307"/>
                <a:gd name="connsiteY16" fmla="*/ 307000 h 327214"/>
                <a:gd name="connsiteX17" fmla="*/ 19173 w 263307"/>
                <a:gd name="connsiteY17" fmla="*/ 250148 h 327214"/>
                <a:gd name="connsiteX18" fmla="*/ 0 w 263307"/>
                <a:gd name="connsiteY18" fmla="*/ 169292 h 327214"/>
                <a:gd name="connsiteX19" fmla="*/ 20451 w 263307"/>
                <a:gd name="connsiteY19" fmla="*/ 82119 h 327214"/>
                <a:gd name="connsiteX20" fmla="*/ 72857 w 263307"/>
                <a:gd name="connsiteY20" fmla="*/ 20214 h 327214"/>
                <a:gd name="connsiteX21" fmla="*/ 141880 w 263307"/>
                <a:gd name="connsiteY21" fmla="*/ 0 h 327214"/>
                <a:gd name="connsiteX22" fmla="*/ 181503 w 263307"/>
                <a:gd name="connsiteY22" fmla="*/ 6317 h 327214"/>
                <a:gd name="connsiteX23" fmla="*/ 223684 w 263307"/>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7" h="327214">
                  <a:moveTo>
                    <a:pt x="221127" y="30321"/>
                  </a:moveTo>
                  <a:lnTo>
                    <a:pt x="236466" y="0"/>
                  </a:lnTo>
                  <a:lnTo>
                    <a:pt x="250526" y="0"/>
                  </a:lnTo>
                  <a:lnTo>
                    <a:pt x="255639" y="125074"/>
                  </a:lnTo>
                  <a:lnTo>
                    <a:pt x="241579" y="125074"/>
                  </a:lnTo>
                  <a:cubicBezTo>
                    <a:pt x="232631" y="89700"/>
                    <a:pt x="219849" y="63169"/>
                    <a:pt x="205789" y="46745"/>
                  </a:cubicBezTo>
                  <a:cubicBezTo>
                    <a:pt x="187894" y="25268"/>
                    <a:pt x="167443" y="15161"/>
                    <a:pt x="143158" y="15161"/>
                  </a:cubicBezTo>
                  <a:cubicBezTo>
                    <a:pt x="116316" y="15161"/>
                    <a:pt x="94586" y="26531"/>
                    <a:pt x="77970" y="50535"/>
                  </a:cubicBezTo>
                  <a:cubicBezTo>
                    <a:pt x="61353" y="73276"/>
                    <a:pt x="52406" y="113704"/>
                    <a:pt x="52406" y="169292"/>
                  </a:cubicBezTo>
                  <a:cubicBezTo>
                    <a:pt x="52406" y="216037"/>
                    <a:pt x="61353" y="251412"/>
                    <a:pt x="80526" y="276679"/>
                  </a:cubicBezTo>
                  <a:cubicBezTo>
                    <a:pt x="97142" y="298156"/>
                    <a:pt x="120150" y="308263"/>
                    <a:pt x="149548" y="308263"/>
                  </a:cubicBezTo>
                  <a:cubicBezTo>
                    <a:pt x="175112" y="308263"/>
                    <a:pt x="196841" y="300683"/>
                    <a:pt x="213458" y="284259"/>
                  </a:cubicBezTo>
                  <a:cubicBezTo>
                    <a:pt x="231353" y="267835"/>
                    <a:pt x="241579" y="243831"/>
                    <a:pt x="247969" y="210983"/>
                  </a:cubicBezTo>
                  <a:lnTo>
                    <a:pt x="263308" y="210983"/>
                  </a:lnTo>
                  <a:cubicBezTo>
                    <a:pt x="258195" y="247621"/>
                    <a:pt x="245413" y="276679"/>
                    <a:pt x="224962" y="296893"/>
                  </a:cubicBezTo>
                  <a:cubicBezTo>
                    <a:pt x="204511" y="317107"/>
                    <a:pt x="176390"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7" y="34111"/>
                    <a:pt x="72857" y="20214"/>
                  </a:cubicBezTo>
                  <a:cubicBezTo>
                    <a:pt x="94586" y="6317"/>
                    <a:pt x="116316" y="0"/>
                    <a:pt x="141880" y="0"/>
                  </a:cubicBezTo>
                  <a:cubicBezTo>
                    <a:pt x="155939" y="0"/>
                    <a:pt x="168722" y="2527"/>
                    <a:pt x="181503" y="6317"/>
                  </a:cubicBezTo>
                  <a:cubicBezTo>
                    <a:pt x="194285" y="11370"/>
                    <a:pt x="208345"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01026B05-AA47-03F9-526A-DFA8BCCEC18E}"/>
                </a:ext>
              </a:extLst>
            </p:cNvPr>
            <p:cNvSpPr/>
            <p:nvPr/>
          </p:nvSpPr>
          <p:spPr>
            <a:xfrm>
              <a:off x="37328114" y="1761143"/>
              <a:ext cx="322104" cy="319633"/>
            </a:xfrm>
            <a:custGeom>
              <a:avLst/>
              <a:gdLst>
                <a:gd name="connsiteX0" fmla="*/ 155939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4 w 322104"/>
                <a:gd name="connsiteY4" fmla="*/ 303210 h 319633"/>
                <a:gd name="connsiteX5" fmla="*/ 322104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7 w 322104"/>
                <a:gd name="connsiteY18" fmla="*/ 304473 h 319633"/>
                <a:gd name="connsiteX19" fmla="*/ 115037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39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39" y="0"/>
                  </a:moveTo>
                  <a:lnTo>
                    <a:pt x="169999" y="0"/>
                  </a:lnTo>
                  <a:lnTo>
                    <a:pt x="283759" y="285523"/>
                  </a:lnTo>
                  <a:cubicBezTo>
                    <a:pt x="288872" y="296893"/>
                    <a:pt x="297819" y="303210"/>
                    <a:pt x="311879" y="303210"/>
                  </a:cubicBezTo>
                  <a:lnTo>
                    <a:pt x="322104" y="303210"/>
                  </a:lnTo>
                  <a:lnTo>
                    <a:pt x="322104"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2" y="301946"/>
                    <a:pt x="92030" y="304473"/>
                    <a:pt x="104812" y="304473"/>
                  </a:cubicBezTo>
                  <a:lnTo>
                    <a:pt x="115037" y="304473"/>
                  </a:lnTo>
                  <a:lnTo>
                    <a:pt x="115037" y="319634"/>
                  </a:lnTo>
                  <a:lnTo>
                    <a:pt x="0" y="319634"/>
                  </a:lnTo>
                  <a:lnTo>
                    <a:pt x="0" y="304473"/>
                  </a:lnTo>
                  <a:cubicBezTo>
                    <a:pt x="12782" y="304473"/>
                    <a:pt x="21729" y="301946"/>
                    <a:pt x="29398" y="296893"/>
                  </a:cubicBezTo>
                  <a:cubicBezTo>
                    <a:pt x="37067" y="291839"/>
                    <a:pt x="43458" y="281732"/>
                    <a:pt x="48571" y="266572"/>
                  </a:cubicBezTo>
                  <a:lnTo>
                    <a:pt x="155939"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025618B1-590C-478C-70F4-7728F7C0950A}"/>
                </a:ext>
              </a:extLst>
            </p:cNvPr>
            <p:cNvSpPr/>
            <p:nvPr/>
          </p:nvSpPr>
          <p:spPr>
            <a:xfrm>
              <a:off x="37650218" y="1767460"/>
              <a:ext cx="272255" cy="312053"/>
            </a:xfrm>
            <a:custGeom>
              <a:avLst/>
              <a:gdLst>
                <a:gd name="connsiteX0" fmla="*/ 0 w 272255"/>
                <a:gd name="connsiteY0" fmla="*/ 0 h 312053"/>
                <a:gd name="connsiteX1" fmla="*/ 146992 w 272255"/>
                <a:gd name="connsiteY1" fmla="*/ 0 h 312053"/>
                <a:gd name="connsiteX2" fmla="*/ 146992 w 272255"/>
                <a:gd name="connsiteY2" fmla="*/ 15160 h 312053"/>
                <a:gd name="connsiteX3" fmla="*/ 112481 w 272255"/>
                <a:gd name="connsiteY3" fmla="*/ 15160 h 312053"/>
                <a:gd name="connsiteX4" fmla="*/ 99699 w 272255"/>
                <a:gd name="connsiteY4" fmla="*/ 18951 h 312053"/>
                <a:gd name="connsiteX5" fmla="*/ 95865 w 272255"/>
                <a:gd name="connsiteY5" fmla="*/ 32848 h 312053"/>
                <a:gd name="connsiteX6" fmla="*/ 95865 w 272255"/>
                <a:gd name="connsiteY6" fmla="*/ 279206 h 312053"/>
                <a:gd name="connsiteX7" fmla="*/ 100977 w 272255"/>
                <a:gd name="connsiteY7" fmla="*/ 291839 h 312053"/>
                <a:gd name="connsiteX8" fmla="*/ 121428 w 272255"/>
                <a:gd name="connsiteY8" fmla="*/ 295630 h 312053"/>
                <a:gd name="connsiteX9" fmla="*/ 166166 w 272255"/>
                <a:gd name="connsiteY9" fmla="*/ 295630 h 312053"/>
                <a:gd name="connsiteX10" fmla="*/ 223684 w 272255"/>
                <a:gd name="connsiteY10" fmla="*/ 272889 h 312053"/>
                <a:gd name="connsiteX11" fmla="*/ 256917 w 272255"/>
                <a:gd name="connsiteY11" fmla="*/ 192033 h 312053"/>
                <a:gd name="connsiteX12" fmla="*/ 272255 w 272255"/>
                <a:gd name="connsiteY12" fmla="*/ 192033 h 312053"/>
                <a:gd name="connsiteX13" fmla="*/ 264586 w 272255"/>
                <a:gd name="connsiteY13" fmla="*/ 312053 h 312053"/>
                <a:gd name="connsiteX14" fmla="*/ 1278 w 272255"/>
                <a:gd name="connsiteY14" fmla="*/ 312053 h 312053"/>
                <a:gd name="connsiteX15" fmla="*/ 1278 w 272255"/>
                <a:gd name="connsiteY15" fmla="*/ 296893 h 312053"/>
                <a:gd name="connsiteX16" fmla="*/ 26842 w 272255"/>
                <a:gd name="connsiteY16" fmla="*/ 296893 h 312053"/>
                <a:gd name="connsiteX17" fmla="*/ 46015 w 272255"/>
                <a:gd name="connsiteY17" fmla="*/ 291839 h 312053"/>
                <a:gd name="connsiteX18" fmla="*/ 51128 w 272255"/>
                <a:gd name="connsiteY18" fmla="*/ 275416 h 312053"/>
                <a:gd name="connsiteX19" fmla="*/ 51128 w 272255"/>
                <a:gd name="connsiteY19" fmla="*/ 31584 h 312053"/>
                <a:gd name="connsiteX20" fmla="*/ 46015 w 272255"/>
                <a:gd name="connsiteY20" fmla="*/ 20214 h 312053"/>
                <a:gd name="connsiteX21" fmla="*/ 33233 w 272255"/>
                <a:gd name="connsiteY21" fmla="*/ 16424 h 312053"/>
                <a:gd name="connsiteX22" fmla="*/ 1278 w 272255"/>
                <a:gd name="connsiteY22" fmla="*/ 16424 h 312053"/>
                <a:gd name="connsiteX23" fmla="*/ 1278 w 272255"/>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5" h="312053">
                  <a:moveTo>
                    <a:pt x="0" y="0"/>
                  </a:moveTo>
                  <a:lnTo>
                    <a:pt x="146992" y="0"/>
                  </a:lnTo>
                  <a:lnTo>
                    <a:pt x="146992" y="15160"/>
                  </a:lnTo>
                  <a:lnTo>
                    <a:pt x="112481" y="15160"/>
                  </a:lnTo>
                  <a:cubicBezTo>
                    <a:pt x="112481" y="15160"/>
                    <a:pt x="102256" y="16424"/>
                    <a:pt x="99699" y="18951"/>
                  </a:cubicBezTo>
                  <a:cubicBezTo>
                    <a:pt x="97143" y="21477"/>
                    <a:pt x="95865" y="26531"/>
                    <a:pt x="95865" y="32848"/>
                  </a:cubicBezTo>
                  <a:lnTo>
                    <a:pt x="95865" y="279206"/>
                  </a:lnTo>
                  <a:cubicBezTo>
                    <a:pt x="95865" y="279206"/>
                    <a:pt x="97143" y="289313"/>
                    <a:pt x="100977" y="291839"/>
                  </a:cubicBezTo>
                  <a:cubicBezTo>
                    <a:pt x="104812" y="294366"/>
                    <a:pt x="111203" y="295630"/>
                    <a:pt x="121428" y="295630"/>
                  </a:cubicBezTo>
                  <a:lnTo>
                    <a:pt x="166166" y="295630"/>
                  </a:lnTo>
                  <a:cubicBezTo>
                    <a:pt x="190451" y="295630"/>
                    <a:pt x="209624" y="288049"/>
                    <a:pt x="223684" y="272889"/>
                  </a:cubicBezTo>
                  <a:cubicBezTo>
                    <a:pt x="237744" y="257728"/>
                    <a:pt x="249248" y="229934"/>
                    <a:pt x="256917" y="192033"/>
                  </a:cubicBezTo>
                  <a:lnTo>
                    <a:pt x="272255" y="192033"/>
                  </a:lnTo>
                  <a:lnTo>
                    <a:pt x="264586" y="312053"/>
                  </a:lnTo>
                  <a:lnTo>
                    <a:pt x="1278" y="312053"/>
                  </a:lnTo>
                  <a:lnTo>
                    <a:pt x="1278" y="296893"/>
                  </a:lnTo>
                  <a:lnTo>
                    <a:pt x="26842" y="296893"/>
                  </a:lnTo>
                  <a:cubicBezTo>
                    <a:pt x="35790" y="296893"/>
                    <a:pt x="42181" y="295630"/>
                    <a:pt x="46015" y="291839"/>
                  </a:cubicBezTo>
                  <a:cubicBezTo>
                    <a:pt x="49850" y="288049"/>
                    <a:pt x="51128" y="282996"/>
                    <a:pt x="51128" y="275416"/>
                  </a:cubicBezTo>
                  <a:lnTo>
                    <a:pt x="51128" y="31584"/>
                  </a:lnTo>
                  <a:cubicBezTo>
                    <a:pt x="51128" y="31584"/>
                    <a:pt x="49850"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DAF9821A-875F-CAEE-847A-5A1E060248F4}"/>
                </a:ext>
              </a:extLst>
            </p:cNvPr>
            <p:cNvSpPr/>
            <p:nvPr/>
          </p:nvSpPr>
          <p:spPr>
            <a:xfrm>
              <a:off x="38054127" y="1759880"/>
              <a:ext cx="306766" cy="325950"/>
            </a:xfrm>
            <a:custGeom>
              <a:avLst/>
              <a:gdLst>
                <a:gd name="connsiteX0" fmla="*/ 123985 w 306766"/>
                <a:gd name="connsiteY0" fmla="*/ 140234 h 325950"/>
                <a:gd name="connsiteX1" fmla="*/ 166166 w 306766"/>
                <a:gd name="connsiteY1" fmla="*/ 208457 h 325950"/>
                <a:gd name="connsiteX2" fmla="*/ 198120 w 306766"/>
                <a:gd name="connsiteY2" fmla="*/ 250148 h 325950"/>
                <a:gd name="connsiteX3" fmla="*/ 231353 w 306766"/>
                <a:gd name="connsiteY3" fmla="*/ 183189 h 325950"/>
                <a:gd name="connsiteX4" fmla="*/ 223684 w 306766"/>
                <a:gd name="connsiteY4" fmla="*/ 164239 h 325950"/>
                <a:gd name="connsiteX5" fmla="*/ 198120 w 306766"/>
                <a:gd name="connsiteY5" fmla="*/ 157922 h 325950"/>
                <a:gd name="connsiteX6" fmla="*/ 186617 w 306766"/>
                <a:gd name="connsiteY6" fmla="*/ 157922 h 325950"/>
                <a:gd name="connsiteX7" fmla="*/ 186617 w 306766"/>
                <a:gd name="connsiteY7" fmla="*/ 142761 h 325950"/>
                <a:gd name="connsiteX8" fmla="*/ 305489 w 306766"/>
                <a:gd name="connsiteY8" fmla="*/ 142761 h 325950"/>
                <a:gd name="connsiteX9" fmla="*/ 305489 w 306766"/>
                <a:gd name="connsiteY9" fmla="*/ 157922 h 325950"/>
                <a:gd name="connsiteX10" fmla="*/ 296541 w 306766"/>
                <a:gd name="connsiteY10" fmla="*/ 157922 h 325950"/>
                <a:gd name="connsiteX11" fmla="*/ 277368 w 306766"/>
                <a:gd name="connsiteY11" fmla="*/ 161712 h 325950"/>
                <a:gd name="connsiteX12" fmla="*/ 263308 w 306766"/>
                <a:gd name="connsiteY12" fmla="*/ 171819 h 325950"/>
                <a:gd name="connsiteX13" fmla="*/ 247970 w 306766"/>
                <a:gd name="connsiteY13" fmla="*/ 198350 h 325950"/>
                <a:gd name="connsiteX14" fmla="*/ 208346 w 306766"/>
                <a:gd name="connsiteY14" fmla="*/ 262782 h 325950"/>
                <a:gd name="connsiteX15" fmla="*/ 259474 w 306766"/>
                <a:gd name="connsiteY15" fmla="*/ 291839 h 325950"/>
                <a:gd name="connsiteX16" fmla="*/ 281203 w 306766"/>
                <a:gd name="connsiteY16" fmla="*/ 281732 h 325950"/>
                <a:gd name="connsiteX17" fmla="*/ 292706 w 306766"/>
                <a:gd name="connsiteY17" fmla="*/ 246358 h 325950"/>
                <a:gd name="connsiteX18" fmla="*/ 306767 w 306766"/>
                <a:gd name="connsiteY18" fmla="*/ 246358 h 325950"/>
                <a:gd name="connsiteX19" fmla="*/ 290150 w 306766"/>
                <a:gd name="connsiteY19" fmla="*/ 305737 h 325950"/>
                <a:gd name="connsiteX20" fmla="*/ 246691 w 306766"/>
                <a:gd name="connsiteY20" fmla="*/ 325950 h 325950"/>
                <a:gd name="connsiteX21" fmla="*/ 217293 w 306766"/>
                <a:gd name="connsiteY21" fmla="*/ 318370 h 325950"/>
                <a:gd name="connsiteX22" fmla="*/ 180225 w 306766"/>
                <a:gd name="connsiteY22" fmla="*/ 291839 h 325950"/>
                <a:gd name="connsiteX23" fmla="*/ 135489 w 306766"/>
                <a:gd name="connsiteY23" fmla="*/ 318370 h 325950"/>
                <a:gd name="connsiteX24" fmla="*/ 93309 w 306766"/>
                <a:gd name="connsiteY24" fmla="*/ 325950 h 325950"/>
                <a:gd name="connsiteX25" fmla="*/ 26842 w 306766"/>
                <a:gd name="connsiteY25" fmla="*/ 300683 h 325950"/>
                <a:gd name="connsiteX26" fmla="*/ 0 w 306766"/>
                <a:gd name="connsiteY26" fmla="*/ 237514 h 325950"/>
                <a:gd name="connsiteX27" fmla="*/ 16617 w 306766"/>
                <a:gd name="connsiteY27" fmla="*/ 185716 h 325950"/>
                <a:gd name="connsiteX28" fmla="*/ 76692 w 306766"/>
                <a:gd name="connsiteY28" fmla="*/ 140234 h 325950"/>
                <a:gd name="connsiteX29" fmla="*/ 56241 w 306766"/>
                <a:gd name="connsiteY29" fmla="*/ 72012 h 325950"/>
                <a:gd name="connsiteX30" fmla="*/ 77970 w 306766"/>
                <a:gd name="connsiteY30" fmla="*/ 21477 h 325950"/>
                <a:gd name="connsiteX31" fmla="*/ 131654 w 306766"/>
                <a:gd name="connsiteY31" fmla="*/ 0 h 325950"/>
                <a:gd name="connsiteX32" fmla="*/ 180225 w 306766"/>
                <a:gd name="connsiteY32" fmla="*/ 15160 h 325950"/>
                <a:gd name="connsiteX33" fmla="*/ 198120 w 306766"/>
                <a:gd name="connsiteY33" fmla="*/ 55588 h 325950"/>
                <a:gd name="connsiteX34" fmla="*/ 181504 w 306766"/>
                <a:gd name="connsiteY34" fmla="*/ 99807 h 325950"/>
                <a:gd name="connsiteX35" fmla="*/ 122707 w 306766"/>
                <a:gd name="connsiteY35" fmla="*/ 138971 h 325950"/>
                <a:gd name="connsiteX36" fmla="*/ 86917 w 306766"/>
                <a:gd name="connsiteY36" fmla="*/ 156658 h 325950"/>
                <a:gd name="connsiteX37" fmla="*/ 42181 w 306766"/>
                <a:gd name="connsiteY37" fmla="*/ 216037 h 325950"/>
                <a:gd name="connsiteX38" fmla="*/ 63910 w 306766"/>
                <a:gd name="connsiteY38" fmla="*/ 271625 h 325950"/>
                <a:gd name="connsiteX39" fmla="*/ 116316 w 306766"/>
                <a:gd name="connsiteY39" fmla="*/ 300683 h 325950"/>
                <a:gd name="connsiteX40" fmla="*/ 171278 w 306766"/>
                <a:gd name="connsiteY40" fmla="*/ 279206 h 325950"/>
                <a:gd name="connsiteX41" fmla="*/ 134211 w 306766"/>
                <a:gd name="connsiteY41" fmla="*/ 231197 h 325950"/>
                <a:gd name="connsiteX42" fmla="*/ 88196 w 306766"/>
                <a:gd name="connsiteY42" fmla="*/ 156658 h 325950"/>
                <a:gd name="connsiteX43" fmla="*/ 116316 w 306766"/>
                <a:gd name="connsiteY43" fmla="*/ 123811 h 325950"/>
                <a:gd name="connsiteX44" fmla="*/ 158496 w 306766"/>
                <a:gd name="connsiteY44" fmla="*/ 96016 h 325950"/>
                <a:gd name="connsiteX45" fmla="*/ 170000 w 306766"/>
                <a:gd name="connsiteY45" fmla="*/ 59378 h 325950"/>
                <a:gd name="connsiteX46" fmla="*/ 159774 w 306766"/>
                <a:gd name="connsiteY46" fmla="*/ 27794 h 325950"/>
                <a:gd name="connsiteX47" fmla="*/ 132932 w 306766"/>
                <a:gd name="connsiteY47" fmla="*/ 16424 h 325950"/>
                <a:gd name="connsiteX48" fmla="*/ 106090 w 306766"/>
                <a:gd name="connsiteY48" fmla="*/ 27794 h 325950"/>
                <a:gd name="connsiteX49" fmla="*/ 95865 w 306766"/>
                <a:gd name="connsiteY49" fmla="*/ 56852 h 325950"/>
                <a:gd name="connsiteX50" fmla="*/ 117594 w 306766"/>
                <a:gd name="connsiteY50" fmla="*/ 123811 h 32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06766" h="325950">
                  <a:moveTo>
                    <a:pt x="123985" y="140234"/>
                  </a:moveTo>
                  <a:cubicBezTo>
                    <a:pt x="141880" y="171819"/>
                    <a:pt x="155940" y="193296"/>
                    <a:pt x="166166" y="208457"/>
                  </a:cubicBezTo>
                  <a:cubicBezTo>
                    <a:pt x="176391" y="222354"/>
                    <a:pt x="186617" y="236251"/>
                    <a:pt x="198120" y="250148"/>
                  </a:cubicBezTo>
                  <a:cubicBezTo>
                    <a:pt x="219849" y="222354"/>
                    <a:pt x="231353" y="200876"/>
                    <a:pt x="231353" y="183189"/>
                  </a:cubicBezTo>
                  <a:cubicBezTo>
                    <a:pt x="231353" y="175609"/>
                    <a:pt x="228797" y="169292"/>
                    <a:pt x="223684" y="164239"/>
                  </a:cubicBezTo>
                  <a:cubicBezTo>
                    <a:pt x="218571" y="159185"/>
                    <a:pt x="209624" y="157922"/>
                    <a:pt x="198120" y="157922"/>
                  </a:cubicBezTo>
                  <a:lnTo>
                    <a:pt x="186617" y="157922"/>
                  </a:lnTo>
                  <a:lnTo>
                    <a:pt x="186617" y="142761"/>
                  </a:lnTo>
                  <a:lnTo>
                    <a:pt x="305489" y="142761"/>
                  </a:lnTo>
                  <a:lnTo>
                    <a:pt x="305489" y="157922"/>
                  </a:lnTo>
                  <a:lnTo>
                    <a:pt x="296541" y="157922"/>
                  </a:lnTo>
                  <a:cubicBezTo>
                    <a:pt x="288872" y="157922"/>
                    <a:pt x="282481" y="157922"/>
                    <a:pt x="277368" y="161712"/>
                  </a:cubicBezTo>
                  <a:cubicBezTo>
                    <a:pt x="272255" y="164239"/>
                    <a:pt x="267142" y="166765"/>
                    <a:pt x="263308" y="171819"/>
                  </a:cubicBezTo>
                  <a:cubicBezTo>
                    <a:pt x="259474" y="176872"/>
                    <a:pt x="254361" y="185716"/>
                    <a:pt x="247970" y="198350"/>
                  </a:cubicBezTo>
                  <a:cubicBezTo>
                    <a:pt x="236466" y="223617"/>
                    <a:pt x="222406" y="245095"/>
                    <a:pt x="208346" y="262782"/>
                  </a:cubicBezTo>
                  <a:cubicBezTo>
                    <a:pt x="227519" y="282996"/>
                    <a:pt x="245413" y="291839"/>
                    <a:pt x="259474" y="291839"/>
                  </a:cubicBezTo>
                  <a:cubicBezTo>
                    <a:pt x="268421" y="291839"/>
                    <a:pt x="276090" y="288049"/>
                    <a:pt x="281203" y="281732"/>
                  </a:cubicBezTo>
                  <a:cubicBezTo>
                    <a:pt x="286316" y="275416"/>
                    <a:pt x="291428" y="262782"/>
                    <a:pt x="292706" y="246358"/>
                  </a:cubicBezTo>
                  <a:lnTo>
                    <a:pt x="306767" y="246358"/>
                  </a:lnTo>
                  <a:cubicBezTo>
                    <a:pt x="306767" y="272889"/>
                    <a:pt x="301654" y="293103"/>
                    <a:pt x="290150" y="305737"/>
                  </a:cubicBezTo>
                  <a:cubicBezTo>
                    <a:pt x="278646" y="318370"/>
                    <a:pt x="264587" y="325950"/>
                    <a:pt x="246691" y="325950"/>
                  </a:cubicBezTo>
                  <a:cubicBezTo>
                    <a:pt x="236466" y="325950"/>
                    <a:pt x="226240" y="323424"/>
                    <a:pt x="217293" y="318370"/>
                  </a:cubicBezTo>
                  <a:cubicBezTo>
                    <a:pt x="207068" y="313317"/>
                    <a:pt x="194285" y="304473"/>
                    <a:pt x="180225" y="291839"/>
                  </a:cubicBezTo>
                  <a:cubicBezTo>
                    <a:pt x="163609" y="304473"/>
                    <a:pt x="149549" y="313317"/>
                    <a:pt x="135489" y="318370"/>
                  </a:cubicBezTo>
                  <a:cubicBezTo>
                    <a:pt x="122707" y="323424"/>
                    <a:pt x="108647" y="325950"/>
                    <a:pt x="93309" y="325950"/>
                  </a:cubicBezTo>
                  <a:cubicBezTo>
                    <a:pt x="66466" y="325950"/>
                    <a:pt x="44737" y="317107"/>
                    <a:pt x="26842" y="300683"/>
                  </a:cubicBezTo>
                  <a:cubicBezTo>
                    <a:pt x="8948" y="284259"/>
                    <a:pt x="0" y="262782"/>
                    <a:pt x="0" y="237514"/>
                  </a:cubicBezTo>
                  <a:cubicBezTo>
                    <a:pt x="0" y="218564"/>
                    <a:pt x="5113" y="200876"/>
                    <a:pt x="16617" y="185716"/>
                  </a:cubicBezTo>
                  <a:cubicBezTo>
                    <a:pt x="28120" y="170555"/>
                    <a:pt x="48571" y="155395"/>
                    <a:pt x="76692" y="140234"/>
                  </a:cubicBezTo>
                  <a:cubicBezTo>
                    <a:pt x="62632" y="112440"/>
                    <a:pt x="56241" y="89700"/>
                    <a:pt x="56241" y="72012"/>
                  </a:cubicBezTo>
                  <a:cubicBezTo>
                    <a:pt x="56241" y="51798"/>
                    <a:pt x="63910" y="35374"/>
                    <a:pt x="77970" y="21477"/>
                  </a:cubicBezTo>
                  <a:cubicBezTo>
                    <a:pt x="92030" y="7580"/>
                    <a:pt x="109925" y="0"/>
                    <a:pt x="131654" y="0"/>
                  </a:cubicBezTo>
                  <a:cubicBezTo>
                    <a:pt x="153383" y="0"/>
                    <a:pt x="167444" y="5053"/>
                    <a:pt x="180225" y="15160"/>
                  </a:cubicBezTo>
                  <a:cubicBezTo>
                    <a:pt x="191729" y="25267"/>
                    <a:pt x="198120" y="39165"/>
                    <a:pt x="198120" y="55588"/>
                  </a:cubicBezTo>
                  <a:cubicBezTo>
                    <a:pt x="198120" y="72012"/>
                    <a:pt x="193008" y="87173"/>
                    <a:pt x="181504" y="99807"/>
                  </a:cubicBezTo>
                  <a:cubicBezTo>
                    <a:pt x="170000" y="113704"/>
                    <a:pt x="150827" y="126337"/>
                    <a:pt x="122707" y="138971"/>
                  </a:cubicBezTo>
                  <a:close/>
                  <a:moveTo>
                    <a:pt x="86917" y="156658"/>
                  </a:moveTo>
                  <a:cubicBezTo>
                    <a:pt x="57519" y="173082"/>
                    <a:pt x="42181" y="193296"/>
                    <a:pt x="42181" y="216037"/>
                  </a:cubicBezTo>
                  <a:cubicBezTo>
                    <a:pt x="42181" y="233724"/>
                    <a:pt x="48571" y="252675"/>
                    <a:pt x="63910" y="271625"/>
                  </a:cubicBezTo>
                  <a:cubicBezTo>
                    <a:pt x="77970" y="290576"/>
                    <a:pt x="95865" y="300683"/>
                    <a:pt x="116316" y="300683"/>
                  </a:cubicBezTo>
                  <a:cubicBezTo>
                    <a:pt x="134211" y="300683"/>
                    <a:pt x="152105" y="293103"/>
                    <a:pt x="171278" y="279206"/>
                  </a:cubicBezTo>
                  <a:cubicBezTo>
                    <a:pt x="157218" y="262782"/>
                    <a:pt x="144436" y="246358"/>
                    <a:pt x="134211" y="231197"/>
                  </a:cubicBezTo>
                  <a:cubicBezTo>
                    <a:pt x="123985" y="214774"/>
                    <a:pt x="108647" y="190769"/>
                    <a:pt x="88196" y="156658"/>
                  </a:cubicBezTo>
                  <a:close/>
                  <a:moveTo>
                    <a:pt x="116316" y="123811"/>
                  </a:moveTo>
                  <a:cubicBezTo>
                    <a:pt x="136767" y="114967"/>
                    <a:pt x="150827" y="104860"/>
                    <a:pt x="158496" y="96016"/>
                  </a:cubicBezTo>
                  <a:cubicBezTo>
                    <a:pt x="166166" y="85909"/>
                    <a:pt x="170000" y="73276"/>
                    <a:pt x="170000" y="59378"/>
                  </a:cubicBezTo>
                  <a:cubicBezTo>
                    <a:pt x="170000" y="46745"/>
                    <a:pt x="166166" y="35374"/>
                    <a:pt x="159774" y="27794"/>
                  </a:cubicBezTo>
                  <a:cubicBezTo>
                    <a:pt x="153383" y="20214"/>
                    <a:pt x="143158" y="16424"/>
                    <a:pt x="132932" y="16424"/>
                  </a:cubicBezTo>
                  <a:cubicBezTo>
                    <a:pt x="122707" y="16424"/>
                    <a:pt x="112481" y="20214"/>
                    <a:pt x="106090" y="27794"/>
                  </a:cubicBezTo>
                  <a:cubicBezTo>
                    <a:pt x="99699" y="35374"/>
                    <a:pt x="95865" y="45481"/>
                    <a:pt x="95865" y="56852"/>
                  </a:cubicBezTo>
                  <a:cubicBezTo>
                    <a:pt x="95865" y="74539"/>
                    <a:pt x="103534" y="97280"/>
                    <a:pt x="117594" y="123811"/>
                  </a:cubicBezTo>
                  <a:close/>
                </a:path>
              </a:pathLst>
            </a:custGeom>
            <a:grpFill/>
            <a:ln w="0" cap="rnd">
              <a:solidFill>
                <a:schemeClr val="bg1">
                  <a:lumMod val="95000"/>
                </a:scheme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A735F91F-AFDB-0CCB-3B34-BE520E6E3DEE}"/>
                </a:ext>
              </a:extLst>
            </p:cNvPr>
            <p:cNvSpPr/>
            <p:nvPr/>
          </p:nvSpPr>
          <p:spPr>
            <a:xfrm>
              <a:off x="38497660" y="1766196"/>
              <a:ext cx="268420" cy="312053"/>
            </a:xfrm>
            <a:custGeom>
              <a:avLst/>
              <a:gdLst>
                <a:gd name="connsiteX0" fmla="*/ 5113 w 268420"/>
                <a:gd name="connsiteY0" fmla="*/ 1263 h 312053"/>
                <a:gd name="connsiteX1" fmla="*/ 262030 w 268420"/>
                <a:gd name="connsiteY1" fmla="*/ 1263 h 312053"/>
                <a:gd name="connsiteX2" fmla="*/ 268421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1"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C1466CB8-8DD1-C697-AA55-18D9B6DC2D0B}"/>
                </a:ext>
              </a:extLst>
            </p:cNvPr>
            <p:cNvSpPr/>
            <p:nvPr/>
          </p:nvSpPr>
          <p:spPr>
            <a:xfrm>
              <a:off x="38775029" y="1767460"/>
              <a:ext cx="297818" cy="314580"/>
            </a:xfrm>
            <a:custGeom>
              <a:avLst/>
              <a:gdLst>
                <a:gd name="connsiteX0" fmla="*/ 0 w 297818"/>
                <a:gd name="connsiteY0" fmla="*/ 0 h 314580"/>
                <a:gd name="connsiteX1" fmla="*/ 163609 w 297818"/>
                <a:gd name="connsiteY1" fmla="*/ 0 h 314580"/>
                <a:gd name="connsiteX2" fmla="*/ 237744 w 297818"/>
                <a:gd name="connsiteY2" fmla="*/ 21477 h 314580"/>
                <a:gd name="connsiteX3" fmla="*/ 264586 w 297818"/>
                <a:gd name="connsiteY3" fmla="*/ 77066 h 314580"/>
                <a:gd name="connsiteX4" fmla="*/ 254360 w 297818"/>
                <a:gd name="connsiteY4" fmla="*/ 113704 h 314580"/>
                <a:gd name="connsiteX5" fmla="*/ 224962 w 297818"/>
                <a:gd name="connsiteY5" fmla="*/ 138971 h 314580"/>
                <a:gd name="connsiteX6" fmla="*/ 163609 w 297818"/>
                <a:gd name="connsiteY6" fmla="*/ 152868 h 314580"/>
                <a:gd name="connsiteX7" fmla="*/ 205789 w 297818"/>
                <a:gd name="connsiteY7" fmla="*/ 169292 h 314580"/>
                <a:gd name="connsiteX8" fmla="*/ 223684 w 297818"/>
                <a:gd name="connsiteY8" fmla="*/ 189506 h 314580"/>
                <a:gd name="connsiteX9" fmla="*/ 239022 w 297818"/>
                <a:gd name="connsiteY9" fmla="*/ 241304 h 314580"/>
                <a:gd name="connsiteX10" fmla="*/ 253082 w 297818"/>
                <a:gd name="connsiteY10" fmla="*/ 279206 h 314580"/>
                <a:gd name="connsiteX11" fmla="*/ 264586 w 297818"/>
                <a:gd name="connsiteY11" fmla="*/ 286786 h 314580"/>
                <a:gd name="connsiteX12" fmla="*/ 277368 w 297818"/>
                <a:gd name="connsiteY12" fmla="*/ 276679 h 314580"/>
                <a:gd name="connsiteX13" fmla="*/ 283759 w 297818"/>
                <a:gd name="connsiteY13" fmla="*/ 242568 h 314580"/>
                <a:gd name="connsiteX14" fmla="*/ 297819 w 297818"/>
                <a:gd name="connsiteY14" fmla="*/ 242568 h 314580"/>
                <a:gd name="connsiteX15" fmla="*/ 244135 w 297818"/>
                <a:gd name="connsiteY15" fmla="*/ 314580 h 314580"/>
                <a:gd name="connsiteX16" fmla="*/ 217293 w 297818"/>
                <a:gd name="connsiteY16" fmla="*/ 307000 h 314580"/>
                <a:gd name="connsiteX17" fmla="*/ 200676 w 297818"/>
                <a:gd name="connsiteY17" fmla="*/ 284259 h 314580"/>
                <a:gd name="connsiteX18" fmla="*/ 190451 w 297818"/>
                <a:gd name="connsiteY18" fmla="*/ 224881 h 314580"/>
                <a:gd name="connsiteX19" fmla="*/ 180225 w 297818"/>
                <a:gd name="connsiteY19" fmla="*/ 184453 h 314580"/>
                <a:gd name="connsiteX20" fmla="*/ 158496 w 297818"/>
                <a:gd name="connsiteY20" fmla="*/ 165502 h 314580"/>
                <a:gd name="connsiteX21" fmla="*/ 122706 w 297818"/>
                <a:gd name="connsiteY21" fmla="*/ 157922 h 314580"/>
                <a:gd name="connsiteX22" fmla="*/ 97142 w 297818"/>
                <a:gd name="connsiteY22" fmla="*/ 157922 h 314580"/>
                <a:gd name="connsiteX23" fmla="*/ 97142 w 297818"/>
                <a:gd name="connsiteY23" fmla="*/ 280469 h 314580"/>
                <a:gd name="connsiteX24" fmla="*/ 100977 w 297818"/>
                <a:gd name="connsiteY24" fmla="*/ 291839 h 314580"/>
                <a:gd name="connsiteX25" fmla="*/ 116316 w 297818"/>
                <a:gd name="connsiteY25" fmla="*/ 295630 h 314580"/>
                <a:gd name="connsiteX26" fmla="*/ 146992 w 297818"/>
                <a:gd name="connsiteY26" fmla="*/ 295630 h 314580"/>
                <a:gd name="connsiteX27" fmla="*/ 146992 w 297818"/>
                <a:gd name="connsiteY27" fmla="*/ 310790 h 314580"/>
                <a:gd name="connsiteX28" fmla="*/ 0 w 297818"/>
                <a:gd name="connsiteY28" fmla="*/ 310790 h 314580"/>
                <a:gd name="connsiteX29" fmla="*/ 0 w 297818"/>
                <a:gd name="connsiteY29" fmla="*/ 295630 h 314580"/>
                <a:gd name="connsiteX30" fmla="*/ 30676 w 297818"/>
                <a:gd name="connsiteY30" fmla="*/ 295630 h 314580"/>
                <a:gd name="connsiteX31" fmla="*/ 46015 w 297818"/>
                <a:gd name="connsiteY31" fmla="*/ 291839 h 314580"/>
                <a:gd name="connsiteX32" fmla="*/ 51127 w 297818"/>
                <a:gd name="connsiteY32" fmla="*/ 280469 h 314580"/>
                <a:gd name="connsiteX33" fmla="*/ 51127 w 297818"/>
                <a:gd name="connsiteY33" fmla="*/ 31584 h 314580"/>
                <a:gd name="connsiteX34" fmla="*/ 46015 w 297818"/>
                <a:gd name="connsiteY34" fmla="*/ 20214 h 314580"/>
                <a:gd name="connsiteX35" fmla="*/ 30676 w 297818"/>
                <a:gd name="connsiteY35" fmla="*/ 16424 h 314580"/>
                <a:gd name="connsiteX36" fmla="*/ 0 w 297818"/>
                <a:gd name="connsiteY36" fmla="*/ 16424 h 314580"/>
                <a:gd name="connsiteX37" fmla="*/ 0 w 297818"/>
                <a:gd name="connsiteY37" fmla="*/ 1263 h 314580"/>
                <a:gd name="connsiteX38" fmla="*/ 97142 w 297818"/>
                <a:gd name="connsiteY38" fmla="*/ 142761 h 314580"/>
                <a:gd name="connsiteX39" fmla="*/ 134210 w 297818"/>
                <a:gd name="connsiteY39" fmla="*/ 142761 h 314580"/>
                <a:gd name="connsiteX40" fmla="*/ 193007 w 297818"/>
                <a:gd name="connsiteY40" fmla="*/ 128864 h 314580"/>
                <a:gd name="connsiteX41" fmla="*/ 214737 w 297818"/>
                <a:gd name="connsiteY41" fmla="*/ 79593 h 314580"/>
                <a:gd name="connsiteX42" fmla="*/ 207067 w 297818"/>
                <a:gd name="connsiteY42" fmla="*/ 40428 h 314580"/>
                <a:gd name="connsiteX43" fmla="*/ 186616 w 297818"/>
                <a:gd name="connsiteY43" fmla="*/ 20214 h 314580"/>
                <a:gd name="connsiteX44" fmla="*/ 135488 w 297818"/>
                <a:gd name="connsiteY44" fmla="*/ 15160 h 314580"/>
                <a:gd name="connsiteX45" fmla="*/ 104812 w 297818"/>
                <a:gd name="connsiteY45" fmla="*/ 18951 h 314580"/>
                <a:gd name="connsiteX46" fmla="*/ 98420 w 297818"/>
                <a:gd name="connsiteY46" fmla="*/ 30321 h 314580"/>
                <a:gd name="connsiteX47" fmla="*/ 98420 w 297818"/>
                <a:gd name="connsiteY47" fmla="*/ 142761 h 31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7818" h="314580">
                  <a:moveTo>
                    <a:pt x="0" y="0"/>
                  </a:moveTo>
                  <a:lnTo>
                    <a:pt x="163609" y="0"/>
                  </a:lnTo>
                  <a:cubicBezTo>
                    <a:pt x="195563" y="0"/>
                    <a:pt x="219849" y="7580"/>
                    <a:pt x="237744" y="21477"/>
                  </a:cubicBezTo>
                  <a:cubicBezTo>
                    <a:pt x="255639" y="35375"/>
                    <a:pt x="264586" y="54325"/>
                    <a:pt x="264586" y="77066"/>
                  </a:cubicBezTo>
                  <a:cubicBezTo>
                    <a:pt x="264586" y="90963"/>
                    <a:pt x="260751" y="103597"/>
                    <a:pt x="254360" y="113704"/>
                  </a:cubicBezTo>
                  <a:cubicBezTo>
                    <a:pt x="247969" y="125074"/>
                    <a:pt x="237744" y="132654"/>
                    <a:pt x="224962" y="138971"/>
                  </a:cubicBezTo>
                  <a:cubicBezTo>
                    <a:pt x="212180" y="145288"/>
                    <a:pt x="191729" y="150342"/>
                    <a:pt x="163609" y="152868"/>
                  </a:cubicBezTo>
                  <a:cubicBezTo>
                    <a:pt x="184060" y="157922"/>
                    <a:pt x="198120" y="164239"/>
                    <a:pt x="205789" y="169292"/>
                  </a:cubicBezTo>
                  <a:cubicBezTo>
                    <a:pt x="213458" y="174346"/>
                    <a:pt x="219849" y="181926"/>
                    <a:pt x="223684" y="189506"/>
                  </a:cubicBezTo>
                  <a:cubicBezTo>
                    <a:pt x="227518" y="197086"/>
                    <a:pt x="233909" y="214774"/>
                    <a:pt x="239022" y="241304"/>
                  </a:cubicBezTo>
                  <a:cubicBezTo>
                    <a:pt x="242856" y="260255"/>
                    <a:pt x="247969" y="272889"/>
                    <a:pt x="253082" y="279206"/>
                  </a:cubicBezTo>
                  <a:cubicBezTo>
                    <a:pt x="256917" y="284259"/>
                    <a:pt x="260751" y="286786"/>
                    <a:pt x="264586" y="286786"/>
                  </a:cubicBezTo>
                  <a:cubicBezTo>
                    <a:pt x="269698" y="286786"/>
                    <a:pt x="273533" y="282996"/>
                    <a:pt x="277368" y="276679"/>
                  </a:cubicBezTo>
                  <a:cubicBezTo>
                    <a:pt x="281202" y="270362"/>
                    <a:pt x="283759" y="258992"/>
                    <a:pt x="283759" y="242568"/>
                  </a:cubicBezTo>
                  <a:lnTo>
                    <a:pt x="297819" y="242568"/>
                  </a:lnTo>
                  <a:cubicBezTo>
                    <a:pt x="295262" y="290576"/>
                    <a:pt x="277368" y="314580"/>
                    <a:pt x="244135" y="314580"/>
                  </a:cubicBezTo>
                  <a:cubicBezTo>
                    <a:pt x="233909" y="314580"/>
                    <a:pt x="224962" y="312053"/>
                    <a:pt x="217293" y="307000"/>
                  </a:cubicBezTo>
                  <a:cubicBezTo>
                    <a:pt x="209624" y="301946"/>
                    <a:pt x="204511" y="294366"/>
                    <a:pt x="200676" y="284259"/>
                  </a:cubicBezTo>
                  <a:cubicBezTo>
                    <a:pt x="198120" y="276679"/>
                    <a:pt x="194285" y="256465"/>
                    <a:pt x="190451" y="224881"/>
                  </a:cubicBezTo>
                  <a:cubicBezTo>
                    <a:pt x="187894" y="205930"/>
                    <a:pt x="185338" y="193296"/>
                    <a:pt x="180225" y="184453"/>
                  </a:cubicBezTo>
                  <a:cubicBezTo>
                    <a:pt x="175112" y="176872"/>
                    <a:pt x="168722" y="170556"/>
                    <a:pt x="158496" y="165502"/>
                  </a:cubicBezTo>
                  <a:cubicBezTo>
                    <a:pt x="148270" y="160449"/>
                    <a:pt x="136767" y="157922"/>
                    <a:pt x="122706" y="157922"/>
                  </a:cubicBezTo>
                  <a:lnTo>
                    <a:pt x="97142" y="157922"/>
                  </a:lnTo>
                  <a:lnTo>
                    <a:pt x="97142" y="280469"/>
                  </a:lnTo>
                  <a:cubicBezTo>
                    <a:pt x="97142" y="280469"/>
                    <a:pt x="97142" y="289313"/>
                    <a:pt x="100977" y="291839"/>
                  </a:cubicBezTo>
                  <a:cubicBezTo>
                    <a:pt x="104812" y="294366"/>
                    <a:pt x="109924" y="295630"/>
                    <a:pt x="116316" y="295630"/>
                  </a:cubicBezTo>
                  <a:lnTo>
                    <a:pt x="146992" y="295630"/>
                  </a:lnTo>
                  <a:lnTo>
                    <a:pt x="146992" y="310790"/>
                  </a:lnTo>
                  <a:lnTo>
                    <a:pt x="0" y="310790"/>
                  </a:lnTo>
                  <a:lnTo>
                    <a:pt x="0" y="295630"/>
                  </a:lnTo>
                  <a:lnTo>
                    <a:pt x="30676" y="295630"/>
                  </a:lnTo>
                  <a:cubicBezTo>
                    <a:pt x="37067" y="295630"/>
                    <a:pt x="42180" y="294366"/>
                    <a:pt x="46015" y="291839"/>
                  </a:cubicBezTo>
                  <a:cubicBezTo>
                    <a:pt x="48571" y="289313"/>
                    <a:pt x="51127" y="285523"/>
                    <a:pt x="51127" y="280469"/>
                  </a:cubicBezTo>
                  <a:lnTo>
                    <a:pt x="51127" y="31584"/>
                  </a:lnTo>
                  <a:cubicBezTo>
                    <a:pt x="51127" y="31584"/>
                    <a:pt x="49849" y="22741"/>
                    <a:pt x="46015" y="20214"/>
                  </a:cubicBezTo>
                  <a:cubicBezTo>
                    <a:pt x="42180" y="17687"/>
                    <a:pt x="38346" y="16424"/>
                    <a:pt x="30676" y="16424"/>
                  </a:cubicBezTo>
                  <a:lnTo>
                    <a:pt x="0" y="16424"/>
                  </a:lnTo>
                  <a:lnTo>
                    <a:pt x="0" y="1263"/>
                  </a:lnTo>
                  <a:close/>
                  <a:moveTo>
                    <a:pt x="97142" y="142761"/>
                  </a:moveTo>
                  <a:lnTo>
                    <a:pt x="134210" y="142761"/>
                  </a:lnTo>
                  <a:cubicBezTo>
                    <a:pt x="159774" y="142761"/>
                    <a:pt x="178947" y="137708"/>
                    <a:pt x="193007" y="128864"/>
                  </a:cubicBezTo>
                  <a:cubicBezTo>
                    <a:pt x="207067" y="120021"/>
                    <a:pt x="214737" y="102333"/>
                    <a:pt x="214737" y="79593"/>
                  </a:cubicBezTo>
                  <a:cubicBezTo>
                    <a:pt x="214737" y="63169"/>
                    <a:pt x="212180" y="50535"/>
                    <a:pt x="207067" y="40428"/>
                  </a:cubicBezTo>
                  <a:cubicBezTo>
                    <a:pt x="201954" y="30321"/>
                    <a:pt x="194285" y="24004"/>
                    <a:pt x="186616" y="20214"/>
                  </a:cubicBezTo>
                  <a:cubicBezTo>
                    <a:pt x="177669" y="16424"/>
                    <a:pt x="161052" y="15160"/>
                    <a:pt x="135488" y="15160"/>
                  </a:cubicBezTo>
                  <a:cubicBezTo>
                    <a:pt x="118872" y="15160"/>
                    <a:pt x="108646" y="15160"/>
                    <a:pt x="104812" y="18951"/>
                  </a:cubicBezTo>
                  <a:cubicBezTo>
                    <a:pt x="100977" y="22741"/>
                    <a:pt x="98420" y="25267"/>
                    <a:pt x="98420" y="30321"/>
                  </a:cubicBezTo>
                  <a:lnTo>
                    <a:pt x="98420" y="142761"/>
                  </a:lnTo>
                  <a:close/>
                </a:path>
              </a:pathLst>
            </a:custGeom>
            <a:grpFill/>
            <a:ln w="0" cap="rnd">
              <a:solidFill>
                <a:schemeClr val="bg1">
                  <a:lumMod val="95000"/>
                </a:scheme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A5DD83F9-B15B-E7C8-C647-E3963DB0CEB2}"/>
                </a:ext>
              </a:extLst>
            </p:cNvPr>
            <p:cNvSpPr/>
            <p:nvPr/>
          </p:nvSpPr>
          <p:spPr>
            <a:xfrm>
              <a:off x="39066457" y="1761143"/>
              <a:ext cx="322104" cy="319633"/>
            </a:xfrm>
            <a:custGeom>
              <a:avLst/>
              <a:gdLst>
                <a:gd name="connsiteX0" fmla="*/ 155940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5 w 322104"/>
                <a:gd name="connsiteY4" fmla="*/ 303210 h 319633"/>
                <a:gd name="connsiteX5" fmla="*/ 322105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8 w 322104"/>
                <a:gd name="connsiteY18" fmla="*/ 304473 h 319633"/>
                <a:gd name="connsiteX19" fmla="*/ 115038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40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40" y="0"/>
                  </a:moveTo>
                  <a:lnTo>
                    <a:pt x="169999" y="0"/>
                  </a:lnTo>
                  <a:lnTo>
                    <a:pt x="283759" y="285523"/>
                  </a:lnTo>
                  <a:cubicBezTo>
                    <a:pt x="288872" y="296893"/>
                    <a:pt x="297819" y="303210"/>
                    <a:pt x="311879" y="303210"/>
                  </a:cubicBezTo>
                  <a:lnTo>
                    <a:pt x="322105" y="303210"/>
                  </a:lnTo>
                  <a:lnTo>
                    <a:pt x="322105"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8" y="296893"/>
                  </a:cubicBezTo>
                  <a:cubicBezTo>
                    <a:pt x="37068" y="291839"/>
                    <a:pt x="43459" y="281732"/>
                    <a:pt x="48571" y="266572"/>
                  </a:cubicBezTo>
                  <a:lnTo>
                    <a:pt x="155940"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240BC442-08F3-C3DA-5FD5-6B4AFE703F98}"/>
                </a:ext>
              </a:extLst>
            </p:cNvPr>
            <p:cNvSpPr/>
            <p:nvPr/>
          </p:nvSpPr>
          <p:spPr>
            <a:xfrm>
              <a:off x="39392396"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7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2" y="29058"/>
                  </a:cubicBezTo>
                  <a:cubicBezTo>
                    <a:pt x="245413" y="21477"/>
                    <a:pt x="233910" y="17687"/>
                    <a:pt x="219849" y="16424"/>
                  </a:cubicBezTo>
                  <a:lnTo>
                    <a:pt x="219849" y="1263"/>
                  </a:lnTo>
                  <a:lnTo>
                    <a:pt x="331052" y="1263"/>
                  </a:lnTo>
                  <a:lnTo>
                    <a:pt x="331052" y="16424"/>
                  </a:lnTo>
                  <a:cubicBezTo>
                    <a:pt x="319548" y="16424"/>
                    <a:pt x="311879" y="17687"/>
                    <a:pt x="305488" y="21477"/>
                  </a:cubicBezTo>
                  <a:cubicBezTo>
                    <a:pt x="300376" y="24004"/>
                    <a:pt x="295263"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7" y="17687"/>
                  </a:cubicBezTo>
                  <a:cubicBezTo>
                    <a:pt x="26842" y="15161"/>
                    <a:pt x="21730"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ABF249E7-56CC-832A-D3F2-38DAB381CE52}"/>
                </a:ext>
              </a:extLst>
            </p:cNvPr>
            <p:cNvSpPr/>
            <p:nvPr/>
          </p:nvSpPr>
          <p:spPr>
            <a:xfrm>
              <a:off x="39745178" y="1757353"/>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4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0 w 228796"/>
                <a:gd name="connsiteY13" fmla="*/ 188243 h 327213"/>
                <a:gd name="connsiteX14" fmla="*/ 228796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1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5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9"/>
                    <a:pt x="158496" y="42955"/>
                  </a:cubicBezTo>
                  <a:cubicBezTo>
                    <a:pt x="141879" y="26531"/>
                    <a:pt x="121428" y="18951"/>
                    <a:pt x="98421" y="18951"/>
                  </a:cubicBezTo>
                  <a:cubicBezTo>
                    <a:pt x="79248" y="18951"/>
                    <a:pt x="63910" y="24004"/>
                    <a:pt x="52406" y="35374"/>
                  </a:cubicBezTo>
                  <a:cubicBezTo>
                    <a:pt x="40902" y="46745"/>
                    <a:pt x="34511" y="60642"/>
                    <a:pt x="34511" y="75802"/>
                  </a:cubicBezTo>
                  <a:cubicBezTo>
                    <a:pt x="34511" y="85909"/>
                    <a:pt x="37067" y="94753"/>
                    <a:pt x="40902" y="102333"/>
                  </a:cubicBezTo>
                  <a:cubicBezTo>
                    <a:pt x="46015" y="109914"/>
                    <a:pt x="52406" y="116230"/>
                    <a:pt x="61353" y="121284"/>
                  </a:cubicBezTo>
                  <a:cubicBezTo>
                    <a:pt x="70301" y="126337"/>
                    <a:pt x="86917" y="131391"/>
                    <a:pt x="112481" y="136444"/>
                  </a:cubicBezTo>
                  <a:cubicBezTo>
                    <a:pt x="148270" y="144025"/>
                    <a:pt x="172555" y="151605"/>
                    <a:pt x="186616" y="159185"/>
                  </a:cubicBezTo>
                  <a:cubicBezTo>
                    <a:pt x="200676" y="166765"/>
                    <a:pt x="210902" y="176872"/>
                    <a:pt x="218570" y="188243"/>
                  </a:cubicBezTo>
                  <a:cubicBezTo>
                    <a:pt x="224962" y="199613"/>
                    <a:pt x="228796" y="213510"/>
                    <a:pt x="228796" y="229934"/>
                  </a:cubicBezTo>
                  <a:cubicBezTo>
                    <a:pt x="228796" y="257728"/>
                    <a:pt x="218570" y="281732"/>
                    <a:pt x="199398" y="299420"/>
                  </a:cubicBezTo>
                  <a:cubicBezTo>
                    <a:pt x="180225" y="318370"/>
                    <a:pt x="155939"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8" y="310790"/>
                    <a:pt x="125263" y="310790"/>
                  </a:cubicBezTo>
                  <a:cubicBezTo>
                    <a:pt x="146992" y="310790"/>
                    <a:pt x="163608" y="304473"/>
                    <a:pt x="176391" y="291839"/>
                  </a:cubicBezTo>
                  <a:cubicBezTo>
                    <a:pt x="189173" y="279206"/>
                    <a:pt x="196841" y="264045"/>
                    <a:pt x="196841" y="246358"/>
                  </a:cubicBezTo>
                  <a:cubicBezTo>
                    <a:pt x="196841" y="236251"/>
                    <a:pt x="194285" y="227407"/>
                    <a:pt x="189173" y="219827"/>
                  </a:cubicBezTo>
                  <a:cubicBezTo>
                    <a:pt x="184060" y="212247"/>
                    <a:pt x="176391" y="205930"/>
                    <a:pt x="166165" y="200876"/>
                  </a:cubicBezTo>
                  <a:cubicBezTo>
                    <a:pt x="155939"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4" y="2527"/>
                    <a:pt x="135489" y="6317"/>
                  </a:cubicBezTo>
                  <a:cubicBezTo>
                    <a:pt x="146992" y="11370"/>
                    <a:pt x="159774" y="18951"/>
                    <a:pt x="172555"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AE22BBFB-E341-C695-E30E-0DBA46A58FAB}"/>
                </a:ext>
              </a:extLst>
            </p:cNvPr>
            <p:cNvSpPr/>
            <p:nvPr/>
          </p:nvSpPr>
          <p:spPr>
            <a:xfrm>
              <a:off x="39998260"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8F2C0C95-76FA-43BD-0439-AA6C7BBEC300}"/>
                </a:ext>
              </a:extLst>
            </p:cNvPr>
            <p:cNvSpPr/>
            <p:nvPr/>
          </p:nvSpPr>
          <p:spPr>
            <a:xfrm>
              <a:off x="40261567"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3 w 322105"/>
                <a:gd name="connsiteY6" fmla="*/ 318370 h 319633"/>
                <a:gd name="connsiteX7" fmla="*/ 195563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79 w 322105"/>
                <a:gd name="connsiteY14" fmla="*/ 255202 h 319633"/>
                <a:gd name="connsiteX15" fmla="*/ 66467 w 322105"/>
                <a:gd name="connsiteY15" fmla="*/ 279206 h 319633"/>
                <a:gd name="connsiteX16" fmla="*/ 76691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8 w 322105"/>
                <a:gd name="connsiteY25" fmla="*/ 59379 h 319633"/>
                <a:gd name="connsiteX26" fmla="*/ 93309 w 322105"/>
                <a:gd name="connsiteY26" fmla="*/ 198350 h 319633"/>
                <a:gd name="connsiteX27" fmla="*/ 204511 w 322105"/>
                <a:gd name="connsiteY27" fmla="*/ 198350 h 319633"/>
                <a:gd name="connsiteX28" fmla="*/ 149548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3" y="318370"/>
                  </a:lnTo>
                  <a:lnTo>
                    <a:pt x="195563" y="303210"/>
                  </a:lnTo>
                  <a:lnTo>
                    <a:pt x="205789" y="303210"/>
                  </a:lnTo>
                  <a:cubicBezTo>
                    <a:pt x="218571" y="303210"/>
                    <a:pt x="227518"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79" y="255202"/>
                  </a:lnTo>
                  <a:cubicBezTo>
                    <a:pt x="67744" y="265309"/>
                    <a:pt x="66467" y="272889"/>
                    <a:pt x="66467" y="279206"/>
                  </a:cubicBezTo>
                  <a:cubicBezTo>
                    <a:pt x="66467"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9" y="296893"/>
                  </a:cubicBezTo>
                  <a:cubicBezTo>
                    <a:pt x="37068" y="291839"/>
                    <a:pt x="43459" y="281732"/>
                    <a:pt x="48572" y="266572"/>
                  </a:cubicBezTo>
                  <a:lnTo>
                    <a:pt x="155940" y="1263"/>
                  </a:lnTo>
                  <a:close/>
                  <a:moveTo>
                    <a:pt x="149548" y="59379"/>
                  </a:moveTo>
                  <a:lnTo>
                    <a:pt x="93309"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0D4A5165-0ECB-FB2E-4EFC-EA2346AE2FC2}"/>
                </a:ext>
              </a:extLst>
            </p:cNvPr>
            <p:cNvSpPr/>
            <p:nvPr/>
          </p:nvSpPr>
          <p:spPr>
            <a:xfrm>
              <a:off x="40583673" y="1766196"/>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4 w 268420"/>
                <a:gd name="connsiteY12" fmla="*/ 312054 h 312053"/>
                <a:gd name="connsiteX13" fmla="*/ 60074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89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0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6"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39" y="290576"/>
                    <a:pt x="159774" y="293103"/>
                  </a:cubicBezTo>
                  <a:cubicBezTo>
                    <a:pt x="162330" y="295630"/>
                    <a:pt x="167443" y="296893"/>
                    <a:pt x="175112" y="296893"/>
                  </a:cubicBezTo>
                  <a:lnTo>
                    <a:pt x="207067" y="296893"/>
                  </a:lnTo>
                  <a:lnTo>
                    <a:pt x="207067" y="312054"/>
                  </a:lnTo>
                  <a:lnTo>
                    <a:pt x="60074" y="312054"/>
                  </a:lnTo>
                  <a:lnTo>
                    <a:pt x="60074"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89" y="17687"/>
                  </a:cubicBezTo>
                  <a:cubicBezTo>
                    <a:pt x="102255" y="15161"/>
                    <a:pt x="97142" y="13897"/>
                    <a:pt x="90752" y="13897"/>
                  </a:cubicBezTo>
                  <a:cubicBezTo>
                    <a:pt x="70300" y="13897"/>
                    <a:pt x="52405" y="24004"/>
                    <a:pt x="39624" y="42955"/>
                  </a:cubicBezTo>
                  <a:cubicBezTo>
                    <a:pt x="28119" y="59379"/>
                    <a:pt x="20451" y="83383"/>
                    <a:pt x="15338" y="117494"/>
                  </a:cubicBezTo>
                  <a:lnTo>
                    <a:pt x="0" y="117494"/>
                  </a:lnTo>
                  <a:lnTo>
                    <a:pt x="6390" y="0"/>
                  </a:lnTo>
                  <a:close/>
                </a:path>
              </a:pathLst>
            </a:custGeom>
            <a:grpFill/>
            <a:ln w="0" cap="rnd">
              <a:solidFill>
                <a:schemeClr val="bg1">
                  <a:lumMod val="95000"/>
                </a:schemeClr>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8B7E404D-8C9C-2D0E-4793-2C89897CFABC}"/>
                </a:ext>
              </a:extLst>
            </p:cNvPr>
            <p:cNvSpPr/>
            <p:nvPr/>
          </p:nvSpPr>
          <p:spPr>
            <a:xfrm>
              <a:off x="40867431" y="1767460"/>
              <a:ext cx="145714" cy="310790"/>
            </a:xfrm>
            <a:custGeom>
              <a:avLst/>
              <a:gdLst>
                <a:gd name="connsiteX0" fmla="*/ 0 w 145714"/>
                <a:gd name="connsiteY0" fmla="*/ 0 h 310790"/>
                <a:gd name="connsiteX1" fmla="*/ 145715 w 145714"/>
                <a:gd name="connsiteY1" fmla="*/ 0 h 310790"/>
                <a:gd name="connsiteX2" fmla="*/ 145715 w 145714"/>
                <a:gd name="connsiteY2" fmla="*/ 15160 h 310790"/>
                <a:gd name="connsiteX3" fmla="*/ 120151 w 145714"/>
                <a:gd name="connsiteY3" fmla="*/ 15160 h 310790"/>
                <a:gd name="connsiteX4" fmla="*/ 98421 w 145714"/>
                <a:gd name="connsiteY4" fmla="*/ 18951 h 310790"/>
                <a:gd name="connsiteX5" fmla="*/ 94587 w 145714"/>
                <a:gd name="connsiteY5" fmla="*/ 36638 h 310790"/>
                <a:gd name="connsiteX6" fmla="*/ 94587 w 145714"/>
                <a:gd name="connsiteY6" fmla="*/ 272889 h 310790"/>
                <a:gd name="connsiteX7" fmla="*/ 98421 w 145714"/>
                <a:gd name="connsiteY7" fmla="*/ 290576 h 310790"/>
                <a:gd name="connsiteX8" fmla="*/ 117595 w 145714"/>
                <a:gd name="connsiteY8" fmla="*/ 295630 h 310790"/>
                <a:gd name="connsiteX9" fmla="*/ 145715 w 145714"/>
                <a:gd name="connsiteY9" fmla="*/ 295630 h 310790"/>
                <a:gd name="connsiteX10" fmla="*/ 145715 w 145714"/>
                <a:gd name="connsiteY10" fmla="*/ 310790 h 310790"/>
                <a:gd name="connsiteX11" fmla="*/ 0 w 145714"/>
                <a:gd name="connsiteY11" fmla="*/ 310790 h 310790"/>
                <a:gd name="connsiteX12" fmla="*/ 0 w 145714"/>
                <a:gd name="connsiteY12" fmla="*/ 295630 h 310790"/>
                <a:gd name="connsiteX13" fmla="*/ 28120 w 145714"/>
                <a:gd name="connsiteY13" fmla="*/ 295630 h 310790"/>
                <a:gd name="connsiteX14" fmla="*/ 47294 w 145714"/>
                <a:gd name="connsiteY14" fmla="*/ 291839 h 310790"/>
                <a:gd name="connsiteX15" fmla="*/ 51128 w 145714"/>
                <a:gd name="connsiteY15" fmla="*/ 274152 h 310790"/>
                <a:gd name="connsiteX16" fmla="*/ 51128 w 145714"/>
                <a:gd name="connsiteY16" fmla="*/ 37901 h 310790"/>
                <a:gd name="connsiteX17" fmla="*/ 47294 w 145714"/>
                <a:gd name="connsiteY17" fmla="*/ 21477 h 310790"/>
                <a:gd name="connsiteX18" fmla="*/ 25564 w 145714"/>
                <a:gd name="connsiteY18" fmla="*/ 16424 h 310790"/>
                <a:gd name="connsiteX19" fmla="*/ 1278 w 145714"/>
                <a:gd name="connsiteY19" fmla="*/ 16424 h 310790"/>
                <a:gd name="connsiteX20" fmla="*/ 1278 w 145714"/>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4" h="310790">
                  <a:moveTo>
                    <a:pt x="0" y="0"/>
                  </a:moveTo>
                  <a:lnTo>
                    <a:pt x="145715" y="0"/>
                  </a:lnTo>
                  <a:lnTo>
                    <a:pt x="145715"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5" y="295630"/>
                  </a:cubicBezTo>
                  <a:lnTo>
                    <a:pt x="145715" y="295630"/>
                  </a:lnTo>
                  <a:lnTo>
                    <a:pt x="145715" y="310790"/>
                  </a:lnTo>
                  <a:lnTo>
                    <a:pt x="0" y="310790"/>
                  </a:lnTo>
                  <a:lnTo>
                    <a:pt x="0" y="295630"/>
                  </a:lnTo>
                  <a:lnTo>
                    <a:pt x="28120" y="295630"/>
                  </a:lnTo>
                  <a:cubicBezTo>
                    <a:pt x="38346" y="295630"/>
                    <a:pt x="43459" y="294366"/>
                    <a:pt x="47294" y="291839"/>
                  </a:cubicBezTo>
                  <a:cubicBezTo>
                    <a:pt x="49850"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72DEAA97-9DA9-8F6A-C07D-3F4BFEF46FD1}"/>
                </a:ext>
              </a:extLst>
            </p:cNvPr>
            <p:cNvSpPr/>
            <p:nvPr/>
          </p:nvSpPr>
          <p:spPr>
            <a:xfrm>
              <a:off x="41039988" y="1759880"/>
              <a:ext cx="295262" cy="327213"/>
            </a:xfrm>
            <a:custGeom>
              <a:avLst/>
              <a:gdLst>
                <a:gd name="connsiteX0" fmla="*/ 145714 w 295262"/>
                <a:gd name="connsiteY0" fmla="*/ 1263 h 327213"/>
                <a:gd name="connsiteX1" fmla="*/ 221127 w 295262"/>
                <a:gd name="connsiteY1" fmla="*/ 21477 h 327213"/>
                <a:gd name="connsiteX2" fmla="*/ 276089 w 295262"/>
                <a:gd name="connsiteY2" fmla="*/ 79593 h 327213"/>
                <a:gd name="connsiteX3" fmla="*/ 295262 w 295262"/>
                <a:gd name="connsiteY3" fmla="*/ 162975 h 327213"/>
                <a:gd name="connsiteX4" fmla="*/ 274811 w 295262"/>
                <a:gd name="connsiteY4" fmla="*/ 247621 h 327213"/>
                <a:gd name="connsiteX5" fmla="*/ 219848 w 295262"/>
                <a:gd name="connsiteY5" fmla="*/ 305737 h 327213"/>
                <a:gd name="connsiteX6" fmla="*/ 145714 w 295262"/>
                <a:gd name="connsiteY6" fmla="*/ 327214 h 327213"/>
                <a:gd name="connsiteX7" fmla="*/ 74134 w 295262"/>
                <a:gd name="connsiteY7" fmla="*/ 307000 h 327213"/>
                <a:gd name="connsiteX8" fmla="*/ 20451 w 295262"/>
                <a:gd name="connsiteY8" fmla="*/ 247621 h 327213"/>
                <a:gd name="connsiteX9" fmla="*/ 0 w 295262"/>
                <a:gd name="connsiteY9" fmla="*/ 162975 h 327213"/>
                <a:gd name="connsiteX10" fmla="*/ 19172 w 295262"/>
                <a:gd name="connsiteY10" fmla="*/ 79593 h 327213"/>
                <a:gd name="connsiteX11" fmla="*/ 72857 w 295262"/>
                <a:gd name="connsiteY11" fmla="*/ 21477 h 327213"/>
                <a:gd name="connsiteX12" fmla="*/ 143157 w 295262"/>
                <a:gd name="connsiteY12" fmla="*/ 0 h 327213"/>
                <a:gd name="connsiteX13" fmla="*/ 148270 w 295262"/>
                <a:gd name="connsiteY13" fmla="*/ 16424 h 327213"/>
                <a:gd name="connsiteX14" fmla="*/ 80526 w 295262"/>
                <a:gd name="connsiteY14" fmla="*/ 50535 h 327213"/>
                <a:gd name="connsiteX15" fmla="*/ 54962 w 295262"/>
                <a:gd name="connsiteY15" fmla="*/ 161712 h 327213"/>
                <a:gd name="connsiteX16" fmla="*/ 81804 w 295262"/>
                <a:gd name="connsiteY16" fmla="*/ 277942 h 327213"/>
                <a:gd name="connsiteX17" fmla="*/ 146991 w 295262"/>
                <a:gd name="connsiteY17" fmla="*/ 309527 h 327213"/>
                <a:gd name="connsiteX18" fmla="*/ 195563 w 295262"/>
                <a:gd name="connsiteY18" fmla="*/ 294366 h 327213"/>
                <a:gd name="connsiteX19" fmla="*/ 228797 w 295262"/>
                <a:gd name="connsiteY19" fmla="*/ 247621 h 327213"/>
                <a:gd name="connsiteX20" fmla="*/ 241579 w 295262"/>
                <a:gd name="connsiteY20" fmla="*/ 164239 h 327213"/>
                <a:gd name="connsiteX21" fmla="*/ 230074 w 295262"/>
                <a:gd name="connsiteY21" fmla="*/ 77066 h 327213"/>
                <a:gd name="connsiteX22" fmla="*/ 196842 w 295262"/>
                <a:gd name="connsiteY22" fmla="*/ 30321 h 327213"/>
                <a:gd name="connsiteX23" fmla="*/ 149548 w 295262"/>
                <a:gd name="connsiteY23" fmla="*/ 15160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5262" h="327213">
                  <a:moveTo>
                    <a:pt x="145714" y="1263"/>
                  </a:moveTo>
                  <a:cubicBezTo>
                    <a:pt x="172556" y="1263"/>
                    <a:pt x="196842" y="7580"/>
                    <a:pt x="221127" y="21477"/>
                  </a:cubicBezTo>
                  <a:cubicBezTo>
                    <a:pt x="244134" y="35374"/>
                    <a:pt x="262029" y="54325"/>
                    <a:pt x="276089" y="79593"/>
                  </a:cubicBezTo>
                  <a:cubicBezTo>
                    <a:pt x="288871" y="104860"/>
                    <a:pt x="295262" y="132654"/>
                    <a:pt x="295262" y="162975"/>
                  </a:cubicBezTo>
                  <a:cubicBezTo>
                    <a:pt x="295262" y="193296"/>
                    <a:pt x="288871" y="222354"/>
                    <a:pt x="274811" y="247621"/>
                  </a:cubicBezTo>
                  <a:cubicBezTo>
                    <a:pt x="260752" y="272889"/>
                    <a:pt x="242856" y="291839"/>
                    <a:pt x="219848" y="305737"/>
                  </a:cubicBezTo>
                  <a:cubicBezTo>
                    <a:pt x="196842" y="319633"/>
                    <a:pt x="172556" y="327214"/>
                    <a:pt x="145714" y="327214"/>
                  </a:cubicBezTo>
                  <a:cubicBezTo>
                    <a:pt x="118872" y="327214"/>
                    <a:pt x="97142" y="320897"/>
                    <a:pt x="74134" y="307000"/>
                  </a:cubicBezTo>
                  <a:cubicBezTo>
                    <a:pt x="52405" y="293103"/>
                    <a:pt x="34511" y="274152"/>
                    <a:pt x="20451" y="247621"/>
                  </a:cubicBezTo>
                  <a:cubicBezTo>
                    <a:pt x="6390" y="222354"/>
                    <a:pt x="0" y="193296"/>
                    <a:pt x="0" y="162975"/>
                  </a:cubicBezTo>
                  <a:cubicBezTo>
                    <a:pt x="0" y="132654"/>
                    <a:pt x="6390" y="104860"/>
                    <a:pt x="19172" y="79593"/>
                  </a:cubicBezTo>
                  <a:cubicBezTo>
                    <a:pt x="31955" y="54325"/>
                    <a:pt x="49849" y="35374"/>
                    <a:pt x="72857" y="21477"/>
                  </a:cubicBezTo>
                  <a:cubicBezTo>
                    <a:pt x="95865" y="7580"/>
                    <a:pt x="118872" y="0"/>
                    <a:pt x="143157" y="0"/>
                  </a:cubicBezTo>
                  <a:close/>
                  <a:moveTo>
                    <a:pt x="148270" y="16424"/>
                  </a:moveTo>
                  <a:cubicBezTo>
                    <a:pt x="120150" y="16424"/>
                    <a:pt x="98420" y="27794"/>
                    <a:pt x="80526" y="50535"/>
                  </a:cubicBezTo>
                  <a:cubicBezTo>
                    <a:pt x="63910" y="73276"/>
                    <a:pt x="54962" y="109914"/>
                    <a:pt x="54962" y="161712"/>
                  </a:cubicBezTo>
                  <a:cubicBezTo>
                    <a:pt x="54962" y="217300"/>
                    <a:pt x="63910" y="256465"/>
                    <a:pt x="81804" y="277942"/>
                  </a:cubicBezTo>
                  <a:cubicBezTo>
                    <a:pt x="99699" y="299420"/>
                    <a:pt x="121428" y="309527"/>
                    <a:pt x="146991" y="309527"/>
                  </a:cubicBezTo>
                  <a:cubicBezTo>
                    <a:pt x="164887" y="309527"/>
                    <a:pt x="181503" y="304473"/>
                    <a:pt x="195563" y="294366"/>
                  </a:cubicBezTo>
                  <a:cubicBezTo>
                    <a:pt x="209624" y="284259"/>
                    <a:pt x="219848" y="269099"/>
                    <a:pt x="228797" y="247621"/>
                  </a:cubicBezTo>
                  <a:cubicBezTo>
                    <a:pt x="236466" y="226144"/>
                    <a:pt x="241579" y="198350"/>
                    <a:pt x="241579" y="164239"/>
                  </a:cubicBezTo>
                  <a:cubicBezTo>
                    <a:pt x="241579" y="126337"/>
                    <a:pt x="237744" y="97280"/>
                    <a:pt x="230074" y="77066"/>
                  </a:cubicBezTo>
                  <a:cubicBezTo>
                    <a:pt x="222405" y="55588"/>
                    <a:pt x="210901" y="40428"/>
                    <a:pt x="196842" y="30321"/>
                  </a:cubicBezTo>
                  <a:cubicBezTo>
                    <a:pt x="182782" y="20214"/>
                    <a:pt x="166165" y="15160"/>
                    <a:pt x="149548" y="15160"/>
                  </a:cubicBezTo>
                  <a:close/>
                </a:path>
              </a:pathLst>
            </a:custGeom>
            <a:grpFill/>
            <a:ln w="0" cap="rnd">
              <a:solidFill>
                <a:schemeClr val="bg1">
                  <a:lumMod val="95000"/>
                </a:schemeClr>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D72A5082-602B-420C-232B-2AED09135B91}"/>
                </a:ext>
              </a:extLst>
            </p:cNvPr>
            <p:cNvSpPr/>
            <p:nvPr/>
          </p:nvSpPr>
          <p:spPr>
            <a:xfrm>
              <a:off x="41364649" y="1766196"/>
              <a:ext cx="331051" cy="312053"/>
            </a:xfrm>
            <a:custGeom>
              <a:avLst/>
              <a:gdLst>
                <a:gd name="connsiteX0" fmla="*/ 0 w 331051"/>
                <a:gd name="connsiteY0" fmla="*/ 1263 h 312053"/>
                <a:gd name="connsiteX1" fmla="*/ 75413 w 331051"/>
                <a:gd name="connsiteY1" fmla="*/ 1263 h 312053"/>
                <a:gd name="connsiteX2" fmla="*/ 265864 w 331051"/>
                <a:gd name="connsiteY2" fmla="*/ 246358 h 312053"/>
                <a:gd name="connsiteX3" fmla="*/ 265864 w 331051"/>
                <a:gd name="connsiteY3" fmla="*/ 68222 h 312053"/>
                <a:gd name="connsiteX4" fmla="*/ 253082 w 331051"/>
                <a:gd name="connsiteY4" fmla="*/ 29058 h 312053"/>
                <a:gd name="connsiteX5" fmla="*/ 219848 w 331051"/>
                <a:gd name="connsiteY5" fmla="*/ 16424 h 312053"/>
                <a:gd name="connsiteX6" fmla="*/ 219848 w 331051"/>
                <a:gd name="connsiteY6" fmla="*/ 1263 h 312053"/>
                <a:gd name="connsiteX7" fmla="*/ 331052 w 331051"/>
                <a:gd name="connsiteY7" fmla="*/ 1263 h 312053"/>
                <a:gd name="connsiteX8" fmla="*/ 331052 w 331051"/>
                <a:gd name="connsiteY8" fmla="*/ 16424 h 312053"/>
                <a:gd name="connsiteX9" fmla="*/ 305488 w 331051"/>
                <a:gd name="connsiteY9" fmla="*/ 21477 h 312053"/>
                <a:gd name="connsiteX10" fmla="*/ 291428 w 331051"/>
                <a:gd name="connsiteY10" fmla="*/ 37901 h 312053"/>
                <a:gd name="connsiteX11" fmla="*/ 285037 w 331051"/>
                <a:gd name="connsiteY11" fmla="*/ 64432 h 312053"/>
                <a:gd name="connsiteX12" fmla="*/ 285037 w 331051"/>
                <a:gd name="connsiteY12" fmla="*/ 312054 h 312053"/>
                <a:gd name="connsiteX13" fmla="*/ 264586 w 331051"/>
                <a:gd name="connsiteY13" fmla="*/ 312054 h 312053"/>
                <a:gd name="connsiteX14" fmla="*/ 67744 w 331051"/>
                <a:gd name="connsiteY14" fmla="*/ 56852 h 312053"/>
                <a:gd name="connsiteX15" fmla="*/ 67744 w 331051"/>
                <a:gd name="connsiteY15" fmla="*/ 245095 h 312053"/>
                <a:gd name="connsiteX16" fmla="*/ 80526 w 331051"/>
                <a:gd name="connsiteY16" fmla="*/ 282996 h 312053"/>
                <a:gd name="connsiteX17" fmla="*/ 121428 w 331051"/>
                <a:gd name="connsiteY17" fmla="*/ 295630 h 312053"/>
                <a:gd name="connsiteX18" fmla="*/ 121428 w 331051"/>
                <a:gd name="connsiteY18" fmla="*/ 310790 h 312053"/>
                <a:gd name="connsiteX19" fmla="*/ 1277 w 331051"/>
                <a:gd name="connsiteY19" fmla="*/ 310790 h 312053"/>
                <a:gd name="connsiteX20" fmla="*/ 1277 w 331051"/>
                <a:gd name="connsiteY20" fmla="*/ 295630 h 312053"/>
                <a:gd name="connsiteX21" fmla="*/ 37067 w 331051"/>
                <a:gd name="connsiteY21" fmla="*/ 280469 h 312053"/>
                <a:gd name="connsiteX22" fmla="*/ 49849 w 331051"/>
                <a:gd name="connsiteY22" fmla="*/ 246358 h 312053"/>
                <a:gd name="connsiteX23" fmla="*/ 49849 w 331051"/>
                <a:gd name="connsiteY23" fmla="*/ 35375 h 312053"/>
                <a:gd name="connsiteX24" fmla="*/ 46014 w 331051"/>
                <a:gd name="connsiteY24" fmla="*/ 31584 h 312053"/>
                <a:gd name="connsiteX25" fmla="*/ 30676 w 331051"/>
                <a:gd name="connsiteY25" fmla="*/ 17687 h 312053"/>
                <a:gd name="connsiteX26" fmla="*/ 15338 w 331051"/>
                <a:gd name="connsiteY26" fmla="*/ 15161 h 312053"/>
                <a:gd name="connsiteX27" fmla="*/ 1277 w 331051"/>
                <a:gd name="connsiteY27" fmla="*/ 15161 h 312053"/>
                <a:gd name="connsiteX28" fmla="*/ 1277 w 331051"/>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1" h="312053">
                  <a:moveTo>
                    <a:pt x="0" y="1263"/>
                  </a:moveTo>
                  <a:lnTo>
                    <a:pt x="75413" y="1263"/>
                  </a:lnTo>
                  <a:lnTo>
                    <a:pt x="265864" y="246358"/>
                  </a:lnTo>
                  <a:lnTo>
                    <a:pt x="265864" y="68222"/>
                  </a:lnTo>
                  <a:cubicBezTo>
                    <a:pt x="265864" y="50535"/>
                    <a:pt x="262029" y="36638"/>
                    <a:pt x="253082" y="29058"/>
                  </a:cubicBezTo>
                  <a:cubicBezTo>
                    <a:pt x="245413" y="21477"/>
                    <a:pt x="233909" y="17687"/>
                    <a:pt x="219848" y="16424"/>
                  </a:cubicBezTo>
                  <a:lnTo>
                    <a:pt x="219848"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3" y="291840"/>
                    <a:pt x="102255" y="295630"/>
                    <a:pt x="121428" y="295630"/>
                  </a:cubicBezTo>
                  <a:lnTo>
                    <a:pt x="121428" y="310790"/>
                  </a:lnTo>
                  <a:lnTo>
                    <a:pt x="1277" y="310790"/>
                  </a:lnTo>
                  <a:lnTo>
                    <a:pt x="1277" y="295630"/>
                  </a:lnTo>
                  <a:cubicBezTo>
                    <a:pt x="16616" y="295630"/>
                    <a:pt x="28119" y="290576"/>
                    <a:pt x="37067" y="280469"/>
                  </a:cubicBezTo>
                  <a:cubicBezTo>
                    <a:pt x="46014" y="270362"/>
                    <a:pt x="49849" y="260255"/>
                    <a:pt x="49849" y="246358"/>
                  </a:cubicBezTo>
                  <a:lnTo>
                    <a:pt x="49849" y="35375"/>
                  </a:lnTo>
                  <a:lnTo>
                    <a:pt x="46014" y="31584"/>
                  </a:lnTo>
                  <a:cubicBezTo>
                    <a:pt x="38345" y="24004"/>
                    <a:pt x="34511" y="18951"/>
                    <a:pt x="30676" y="17687"/>
                  </a:cubicBezTo>
                  <a:cubicBezTo>
                    <a:pt x="26842" y="15161"/>
                    <a:pt x="21729" y="15161"/>
                    <a:pt x="15338" y="15161"/>
                  </a:cubicBezTo>
                  <a:lnTo>
                    <a:pt x="1277" y="15161"/>
                  </a:lnTo>
                  <a:lnTo>
                    <a:pt x="1277" y="0"/>
                  </a:lnTo>
                  <a:close/>
                </a:path>
              </a:pathLst>
            </a:custGeom>
            <a:grpFill/>
            <a:ln w="0" cap="rnd">
              <a:solidFill>
                <a:schemeClr val="bg1">
                  <a:lumMod val="95000"/>
                </a:schemeClr>
              </a:solidFill>
              <a:prstDash val="solid"/>
              <a:round/>
            </a:ln>
          </p:spPr>
          <p:txBody>
            <a:bodyPr rtlCol="0" anchor="ctr"/>
            <a:lstStyle/>
            <a:p>
              <a:endParaRPr lang="en-US"/>
            </a:p>
          </p:txBody>
        </p:sp>
        <p:sp>
          <p:nvSpPr>
            <p:cNvPr id="41" name="Freeform 40">
              <a:extLst>
                <a:ext uri="{FF2B5EF4-FFF2-40B4-BE49-F238E27FC236}">
                  <a16:creationId xmlns:a16="http://schemas.microsoft.com/office/drawing/2014/main" id="{CCBB33DE-694C-3533-C869-3544A496089D}"/>
                </a:ext>
              </a:extLst>
            </p:cNvPr>
            <p:cNvSpPr/>
            <p:nvPr/>
          </p:nvSpPr>
          <p:spPr>
            <a:xfrm>
              <a:off x="41689309"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4 w 322105"/>
                <a:gd name="connsiteY6" fmla="*/ 318370 h 319633"/>
                <a:gd name="connsiteX7" fmla="*/ 195564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80 w 322105"/>
                <a:gd name="connsiteY14" fmla="*/ 255202 h 319633"/>
                <a:gd name="connsiteX15" fmla="*/ 66467 w 322105"/>
                <a:gd name="connsiteY15" fmla="*/ 279206 h 319633"/>
                <a:gd name="connsiteX16" fmla="*/ 76692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9 w 322105"/>
                <a:gd name="connsiteY25" fmla="*/ 59379 h 319633"/>
                <a:gd name="connsiteX26" fmla="*/ 93309 w 322105"/>
                <a:gd name="connsiteY26" fmla="*/ 198350 h 319633"/>
                <a:gd name="connsiteX27" fmla="*/ 204512 w 322105"/>
                <a:gd name="connsiteY27" fmla="*/ 198350 h 319633"/>
                <a:gd name="connsiteX28" fmla="*/ 149549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4" y="318370"/>
                  </a:lnTo>
                  <a:lnTo>
                    <a:pt x="195564" y="303210"/>
                  </a:lnTo>
                  <a:lnTo>
                    <a:pt x="205789" y="303210"/>
                  </a:lnTo>
                  <a:cubicBezTo>
                    <a:pt x="218572" y="303210"/>
                    <a:pt x="227519"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80" y="255202"/>
                  </a:lnTo>
                  <a:cubicBezTo>
                    <a:pt x="67745" y="265309"/>
                    <a:pt x="66467" y="272889"/>
                    <a:pt x="66467" y="279206"/>
                  </a:cubicBezTo>
                  <a:cubicBezTo>
                    <a:pt x="66467" y="285523"/>
                    <a:pt x="70301" y="291839"/>
                    <a:pt x="76692" y="296893"/>
                  </a:cubicBezTo>
                  <a:cubicBezTo>
                    <a:pt x="83083" y="301946"/>
                    <a:pt x="92030" y="304473"/>
                    <a:pt x="104812" y="304473"/>
                  </a:cubicBezTo>
                  <a:lnTo>
                    <a:pt x="115038" y="304473"/>
                  </a:lnTo>
                  <a:lnTo>
                    <a:pt x="115038" y="319634"/>
                  </a:lnTo>
                  <a:lnTo>
                    <a:pt x="0" y="319634"/>
                  </a:lnTo>
                  <a:lnTo>
                    <a:pt x="0" y="304473"/>
                  </a:lnTo>
                  <a:cubicBezTo>
                    <a:pt x="12783" y="304473"/>
                    <a:pt x="21730" y="301946"/>
                    <a:pt x="29399" y="296893"/>
                  </a:cubicBezTo>
                  <a:cubicBezTo>
                    <a:pt x="37068" y="291839"/>
                    <a:pt x="43459" y="281732"/>
                    <a:pt x="48572" y="266572"/>
                  </a:cubicBezTo>
                  <a:lnTo>
                    <a:pt x="155940" y="1263"/>
                  </a:lnTo>
                  <a:close/>
                  <a:moveTo>
                    <a:pt x="149549" y="59379"/>
                  </a:moveTo>
                  <a:lnTo>
                    <a:pt x="93309" y="198350"/>
                  </a:lnTo>
                  <a:lnTo>
                    <a:pt x="204512" y="198350"/>
                  </a:lnTo>
                  <a:lnTo>
                    <a:pt x="149549" y="59379"/>
                  </a:lnTo>
                  <a:close/>
                </a:path>
              </a:pathLst>
            </a:custGeom>
            <a:grpFill/>
            <a:ln w="0" cap="rnd">
              <a:solidFill>
                <a:schemeClr val="bg1">
                  <a:lumMod val="95000"/>
                </a:schemeClr>
              </a:solidFill>
              <a:prstDash val="solid"/>
              <a:round/>
            </a:ln>
          </p:spPr>
          <p:txBody>
            <a:bodyPr rtlCol="0" anchor="ctr"/>
            <a:lstStyle/>
            <a:p>
              <a:endParaRPr lang="en-US"/>
            </a:p>
          </p:txBody>
        </p:sp>
        <p:sp>
          <p:nvSpPr>
            <p:cNvPr id="42" name="Freeform 41">
              <a:extLst>
                <a:ext uri="{FF2B5EF4-FFF2-40B4-BE49-F238E27FC236}">
                  <a16:creationId xmlns:a16="http://schemas.microsoft.com/office/drawing/2014/main" id="{8B157C6F-6514-3529-9E7D-2DB62198AC61}"/>
                </a:ext>
              </a:extLst>
            </p:cNvPr>
            <p:cNvSpPr/>
            <p:nvPr/>
          </p:nvSpPr>
          <p:spPr>
            <a:xfrm>
              <a:off x="42011415"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3" name="Freeform 42">
              <a:extLst>
                <a:ext uri="{FF2B5EF4-FFF2-40B4-BE49-F238E27FC236}">
                  <a16:creationId xmlns:a16="http://schemas.microsoft.com/office/drawing/2014/main" id="{29F73A61-16D2-D0D6-3590-EF725932EE87}"/>
                </a:ext>
              </a:extLst>
            </p:cNvPr>
            <p:cNvSpPr/>
            <p:nvPr/>
          </p:nvSpPr>
          <p:spPr>
            <a:xfrm>
              <a:off x="35786612"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44" name="Freeform 43">
              <a:extLst>
                <a:ext uri="{FF2B5EF4-FFF2-40B4-BE49-F238E27FC236}">
                  <a16:creationId xmlns:a16="http://schemas.microsoft.com/office/drawing/2014/main" id="{CC8FBE58-0BB3-B617-E9C4-D9D0EC104116}"/>
                </a:ext>
              </a:extLst>
            </p:cNvPr>
            <p:cNvSpPr/>
            <p:nvPr/>
          </p:nvSpPr>
          <p:spPr>
            <a:xfrm>
              <a:off x="36057589" y="2234908"/>
              <a:ext cx="263308" cy="327213"/>
            </a:xfrm>
            <a:custGeom>
              <a:avLst/>
              <a:gdLst>
                <a:gd name="connsiteX0" fmla="*/ 221127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1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7" y="30321"/>
                  </a:moveTo>
                  <a:lnTo>
                    <a:pt x="236466" y="0"/>
                  </a:lnTo>
                  <a:lnTo>
                    <a:pt x="250526" y="0"/>
                  </a:lnTo>
                  <a:lnTo>
                    <a:pt x="255639" y="125074"/>
                  </a:lnTo>
                  <a:lnTo>
                    <a:pt x="241579" y="125074"/>
                  </a:lnTo>
                  <a:cubicBezTo>
                    <a:pt x="232631" y="89699"/>
                    <a:pt x="219849" y="63169"/>
                    <a:pt x="205789" y="46745"/>
                  </a:cubicBezTo>
                  <a:cubicBezTo>
                    <a:pt x="187895" y="25267"/>
                    <a:pt x="167444" y="15160"/>
                    <a:pt x="143158" y="15160"/>
                  </a:cubicBezTo>
                  <a:cubicBezTo>
                    <a:pt x="116316" y="15160"/>
                    <a:pt x="94587" y="26531"/>
                    <a:pt x="77970" y="50535"/>
                  </a:cubicBezTo>
                  <a:cubicBezTo>
                    <a:pt x="61353" y="73276"/>
                    <a:pt x="52406" y="113704"/>
                    <a:pt x="52406" y="169292"/>
                  </a:cubicBezTo>
                  <a:cubicBezTo>
                    <a:pt x="52406" y="216037"/>
                    <a:pt x="61353" y="251411"/>
                    <a:pt x="80526" y="276679"/>
                  </a:cubicBezTo>
                  <a:cubicBezTo>
                    <a:pt x="97143" y="298156"/>
                    <a:pt x="120151" y="308263"/>
                    <a:pt x="149549" y="308263"/>
                  </a:cubicBezTo>
                  <a:cubicBezTo>
                    <a:pt x="175112"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5" name="Freeform 44">
              <a:extLst>
                <a:ext uri="{FF2B5EF4-FFF2-40B4-BE49-F238E27FC236}">
                  <a16:creationId xmlns:a16="http://schemas.microsoft.com/office/drawing/2014/main" id="{A88A5302-460E-552B-AB51-5E894938878E}"/>
                </a:ext>
              </a:extLst>
            </p:cNvPr>
            <p:cNvSpPr/>
            <p:nvPr/>
          </p:nvSpPr>
          <p:spPr>
            <a:xfrm>
              <a:off x="36346461"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0 w 145713"/>
                <a:gd name="connsiteY4" fmla="*/ 18951 h 310790"/>
                <a:gd name="connsiteX5" fmla="*/ 94586 w 145713"/>
                <a:gd name="connsiteY5" fmla="*/ 36638 h 310790"/>
                <a:gd name="connsiteX6" fmla="*/ 94586 w 145713"/>
                <a:gd name="connsiteY6" fmla="*/ 272889 h 310790"/>
                <a:gd name="connsiteX7" fmla="*/ 98420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3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0" y="18951"/>
                  </a:cubicBezTo>
                  <a:cubicBezTo>
                    <a:pt x="95865" y="21477"/>
                    <a:pt x="94586" y="27794"/>
                    <a:pt x="94586" y="36638"/>
                  </a:cubicBezTo>
                  <a:lnTo>
                    <a:pt x="94586" y="272889"/>
                  </a:lnTo>
                  <a:cubicBezTo>
                    <a:pt x="94586" y="281732"/>
                    <a:pt x="94586" y="288049"/>
                    <a:pt x="98420"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6" name="Freeform 45">
              <a:extLst>
                <a:ext uri="{FF2B5EF4-FFF2-40B4-BE49-F238E27FC236}">
                  <a16:creationId xmlns:a16="http://schemas.microsoft.com/office/drawing/2014/main" id="{9CCA7B96-0C2D-5E1C-041B-529ED2E243C7}"/>
                </a:ext>
              </a:extLst>
            </p:cNvPr>
            <p:cNvSpPr/>
            <p:nvPr/>
          </p:nvSpPr>
          <p:spPr>
            <a:xfrm>
              <a:off x="3652668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6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7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6" y="104860"/>
                  </a:lnTo>
                  <a:cubicBezTo>
                    <a:pt x="237744" y="72012"/>
                    <a:pt x="227518" y="48008"/>
                    <a:pt x="216015" y="35375"/>
                  </a:cubicBezTo>
                  <a:cubicBezTo>
                    <a:pt x="203233" y="22741"/>
                    <a:pt x="187894" y="15161"/>
                    <a:pt x="167443" y="15161"/>
                  </a:cubicBezTo>
                  <a:lnTo>
                    <a:pt x="106090" y="15161"/>
                  </a:lnTo>
                  <a:cubicBezTo>
                    <a:pt x="106090" y="15161"/>
                    <a:pt x="97142" y="16424"/>
                    <a:pt x="94586"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7"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0" y="295630"/>
                    <a:pt x="242856" y="261518"/>
                    <a:pt x="251804" y="194560"/>
                  </a:cubicBezTo>
                  <a:lnTo>
                    <a:pt x="267142" y="194560"/>
                  </a:lnTo>
                  <a:lnTo>
                    <a:pt x="262030" y="310790"/>
                  </a:lnTo>
                  <a:lnTo>
                    <a:pt x="1278" y="310790"/>
                  </a:lnTo>
                  <a:lnTo>
                    <a:pt x="1278" y="295630"/>
                  </a:lnTo>
                  <a:lnTo>
                    <a:pt x="23008" y="295630"/>
                  </a:lnTo>
                  <a:cubicBezTo>
                    <a:pt x="31955" y="295630"/>
                    <a:pt x="37067"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E5A88F9C-E0F5-DAA7-3B9A-258F9D11C7E3}"/>
                </a:ext>
              </a:extLst>
            </p:cNvPr>
            <p:cNvSpPr/>
            <p:nvPr/>
          </p:nvSpPr>
          <p:spPr>
            <a:xfrm>
              <a:off x="36820671" y="2239962"/>
              <a:ext cx="331052" cy="312053"/>
            </a:xfrm>
            <a:custGeom>
              <a:avLst/>
              <a:gdLst>
                <a:gd name="connsiteX0" fmla="*/ 0 w 331052"/>
                <a:gd name="connsiteY0" fmla="*/ 1263 h 312053"/>
                <a:gd name="connsiteX1" fmla="*/ 75413 w 331052"/>
                <a:gd name="connsiteY1" fmla="*/ 1263 h 312053"/>
                <a:gd name="connsiteX2" fmla="*/ 265864 w 331052"/>
                <a:gd name="connsiteY2" fmla="*/ 246358 h 312053"/>
                <a:gd name="connsiteX3" fmla="*/ 265864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6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4" y="246358"/>
                  </a:lnTo>
                  <a:lnTo>
                    <a:pt x="265864" y="68222"/>
                  </a:lnTo>
                  <a:cubicBezTo>
                    <a:pt x="265864" y="50535"/>
                    <a:pt x="262030" y="36638"/>
                    <a:pt x="253082" y="29058"/>
                  </a:cubicBezTo>
                  <a:cubicBezTo>
                    <a:pt x="245413" y="21477"/>
                    <a:pt x="233909" y="17687"/>
                    <a:pt x="219849" y="16424"/>
                  </a:cubicBezTo>
                  <a:lnTo>
                    <a:pt x="219849"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6" y="17687"/>
                  </a:cubicBezTo>
                  <a:cubicBezTo>
                    <a:pt x="26842" y="15161"/>
                    <a:pt x="21729"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0AD9AD17-488E-0D8E-F9F3-912B8F07A303}"/>
                </a:ext>
              </a:extLst>
            </p:cNvPr>
            <p:cNvSpPr/>
            <p:nvPr/>
          </p:nvSpPr>
          <p:spPr>
            <a:xfrm>
              <a:off x="37179843" y="2234908"/>
              <a:ext cx="263308" cy="327213"/>
            </a:xfrm>
            <a:custGeom>
              <a:avLst/>
              <a:gdLst>
                <a:gd name="connsiteX0" fmla="*/ 221128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2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8" y="30321"/>
                  </a:moveTo>
                  <a:lnTo>
                    <a:pt x="236466" y="0"/>
                  </a:lnTo>
                  <a:lnTo>
                    <a:pt x="250526" y="0"/>
                  </a:lnTo>
                  <a:lnTo>
                    <a:pt x="255639" y="125074"/>
                  </a:lnTo>
                  <a:lnTo>
                    <a:pt x="241579" y="125074"/>
                  </a:lnTo>
                  <a:cubicBezTo>
                    <a:pt x="232632" y="89699"/>
                    <a:pt x="219849" y="63169"/>
                    <a:pt x="205789" y="46745"/>
                  </a:cubicBezTo>
                  <a:cubicBezTo>
                    <a:pt x="187895" y="25267"/>
                    <a:pt x="167444" y="15160"/>
                    <a:pt x="143158" y="15160"/>
                  </a:cubicBezTo>
                  <a:cubicBezTo>
                    <a:pt x="116316" y="15160"/>
                    <a:pt x="94587" y="26531"/>
                    <a:pt x="77970" y="50535"/>
                  </a:cubicBezTo>
                  <a:cubicBezTo>
                    <a:pt x="61354" y="73276"/>
                    <a:pt x="52406" y="113704"/>
                    <a:pt x="52406" y="169292"/>
                  </a:cubicBezTo>
                  <a:cubicBezTo>
                    <a:pt x="52406" y="216037"/>
                    <a:pt x="61354" y="251411"/>
                    <a:pt x="80526" y="276679"/>
                  </a:cubicBezTo>
                  <a:cubicBezTo>
                    <a:pt x="97143" y="298156"/>
                    <a:pt x="120151" y="308263"/>
                    <a:pt x="149549" y="308263"/>
                  </a:cubicBezTo>
                  <a:cubicBezTo>
                    <a:pt x="175113"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9" y="320897"/>
                    <a:pt x="71579" y="307000"/>
                  </a:cubicBezTo>
                  <a:cubicBezTo>
                    <a:pt x="49850" y="293103"/>
                    <a:pt x="31955" y="275416"/>
                    <a:pt x="19173" y="250148"/>
                  </a:cubicBezTo>
                  <a:cubicBezTo>
                    <a:pt x="6391" y="226144"/>
                    <a:pt x="0" y="198350"/>
                    <a:pt x="0" y="169292"/>
                  </a:cubicBezTo>
                  <a:cubicBezTo>
                    <a:pt x="0" y="137708"/>
                    <a:pt x="6391" y="108650"/>
                    <a:pt x="20452"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6CFAA46C-995E-BF5D-CB2C-1D8E7FF54D08}"/>
                </a:ext>
              </a:extLst>
            </p:cNvPr>
            <p:cNvSpPr/>
            <p:nvPr/>
          </p:nvSpPr>
          <p:spPr>
            <a:xfrm>
              <a:off x="3748149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4 w 267142"/>
                <a:gd name="connsiteY5" fmla="*/ 15161 h 310790"/>
                <a:gd name="connsiteX6" fmla="*/ 106090 w 267142"/>
                <a:gd name="connsiteY6" fmla="*/ 15161 h 310790"/>
                <a:gd name="connsiteX7" fmla="*/ 94587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4 w 267142"/>
                <a:gd name="connsiteY12" fmla="*/ 80856 h 310790"/>
                <a:gd name="connsiteX13" fmla="*/ 182782 w 267142"/>
                <a:gd name="connsiteY13" fmla="*/ 80856 h 310790"/>
                <a:gd name="connsiteX14" fmla="*/ 182782 w 267142"/>
                <a:gd name="connsiteY14" fmla="*/ 224881 h 310790"/>
                <a:gd name="connsiteX15" fmla="*/ 167444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9" y="48008"/>
                    <a:pt x="216015" y="35375"/>
                  </a:cubicBezTo>
                  <a:cubicBezTo>
                    <a:pt x="203233" y="22741"/>
                    <a:pt x="187895" y="15161"/>
                    <a:pt x="167444" y="15161"/>
                  </a:cubicBezTo>
                  <a:lnTo>
                    <a:pt x="106090" y="15161"/>
                  </a:lnTo>
                  <a:cubicBezTo>
                    <a:pt x="106090" y="15161"/>
                    <a:pt x="97143" y="16424"/>
                    <a:pt x="94587"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4" y="101070"/>
                    <a:pt x="167444" y="80856"/>
                  </a:cubicBezTo>
                  <a:lnTo>
                    <a:pt x="182782" y="80856"/>
                  </a:lnTo>
                  <a:lnTo>
                    <a:pt x="182782" y="224881"/>
                  </a:lnTo>
                  <a:lnTo>
                    <a:pt x="167444" y="224881"/>
                  </a:lnTo>
                  <a:cubicBezTo>
                    <a:pt x="167444"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4" y="295630"/>
                    <a:pt x="111203" y="295630"/>
                  </a:cubicBezTo>
                  <a:lnTo>
                    <a:pt x="159774" y="295630"/>
                  </a:lnTo>
                  <a:cubicBezTo>
                    <a:pt x="212180" y="295630"/>
                    <a:pt x="242857" y="261518"/>
                    <a:pt x="251804" y="194560"/>
                  </a:cubicBezTo>
                  <a:lnTo>
                    <a:pt x="267142"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8398F474-193C-BC50-E999-4FB4D36F8560}"/>
                </a:ext>
              </a:extLst>
            </p:cNvPr>
            <p:cNvSpPr/>
            <p:nvPr/>
          </p:nvSpPr>
          <p:spPr>
            <a:xfrm>
              <a:off x="37884128"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8 w 145713"/>
                <a:gd name="connsiteY15" fmla="*/ 274152 h 310790"/>
                <a:gd name="connsiteX16" fmla="*/ 51128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8" y="282996"/>
                    <a:pt x="51128" y="274152"/>
                  </a:cubicBezTo>
                  <a:lnTo>
                    <a:pt x="51128" y="37901"/>
                  </a:lnTo>
                  <a:cubicBezTo>
                    <a:pt x="51128" y="29058"/>
                    <a:pt x="51128"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BD4B22F0-6CC0-8E0F-B8F3-B50614D8D369}"/>
                </a:ext>
              </a:extLst>
            </p:cNvPr>
            <p:cNvSpPr/>
            <p:nvPr/>
          </p:nvSpPr>
          <p:spPr>
            <a:xfrm>
              <a:off x="38054127" y="2239962"/>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7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7"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B220B352-6EB4-05FA-9F7F-D106331E2012}"/>
                </a:ext>
              </a:extLst>
            </p:cNvPr>
            <p:cNvSpPr/>
            <p:nvPr/>
          </p:nvSpPr>
          <p:spPr>
            <a:xfrm>
              <a:off x="38406909"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9C7AC784-0717-D942-516A-572D6418B544}"/>
                </a:ext>
              </a:extLst>
            </p:cNvPr>
            <p:cNvSpPr/>
            <p:nvPr/>
          </p:nvSpPr>
          <p:spPr>
            <a:xfrm>
              <a:off x="38659991"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37E9A10B-CDA6-2C90-785E-E0C7E9C3F64A}"/>
                </a:ext>
              </a:extLst>
            </p:cNvPr>
            <p:cNvSpPr/>
            <p:nvPr/>
          </p:nvSpPr>
          <p:spPr>
            <a:xfrm>
              <a:off x="38942472"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1 w 145713"/>
                <a:gd name="connsiteY3" fmla="*/ 15161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1" y="15161"/>
                  </a:lnTo>
                  <a:cubicBezTo>
                    <a:pt x="108647" y="15161"/>
                    <a:pt x="102255" y="16424"/>
                    <a:pt x="98421" y="18951"/>
                  </a:cubicBezTo>
                  <a:cubicBezTo>
                    <a:pt x="95865" y="21477"/>
                    <a:pt x="94587" y="27794"/>
                    <a:pt x="94587" y="36638"/>
                  </a:cubicBezTo>
                  <a:lnTo>
                    <a:pt x="94587" y="272889"/>
                  </a:lnTo>
                  <a:cubicBezTo>
                    <a:pt x="94587" y="281732"/>
                    <a:pt x="94587" y="288049"/>
                    <a:pt x="98421" y="290576"/>
                  </a:cubicBezTo>
                  <a:cubicBezTo>
                    <a:pt x="102255"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9BD7CE16-19D7-336F-9026-B762F0FFE001}"/>
                </a:ext>
              </a:extLst>
            </p:cNvPr>
            <p:cNvSpPr/>
            <p:nvPr/>
          </p:nvSpPr>
          <p:spPr>
            <a:xfrm>
              <a:off x="39107359"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A2C397CC-52EE-084F-E2C0-E47AD7B7D177}"/>
                </a:ext>
              </a:extLst>
            </p:cNvPr>
            <p:cNvSpPr/>
            <p:nvPr/>
          </p:nvSpPr>
          <p:spPr>
            <a:xfrm>
              <a:off x="39383449" y="2241225"/>
              <a:ext cx="337443" cy="317106"/>
            </a:xfrm>
            <a:custGeom>
              <a:avLst/>
              <a:gdLst>
                <a:gd name="connsiteX0" fmla="*/ 2556 w 337443"/>
                <a:gd name="connsiteY0" fmla="*/ 0 h 317106"/>
                <a:gd name="connsiteX1" fmla="*/ 148270 w 337443"/>
                <a:gd name="connsiteY1" fmla="*/ 0 h 317106"/>
                <a:gd name="connsiteX2" fmla="*/ 148270 w 337443"/>
                <a:gd name="connsiteY2" fmla="*/ 15161 h 317106"/>
                <a:gd name="connsiteX3" fmla="*/ 118872 w 337443"/>
                <a:gd name="connsiteY3" fmla="*/ 15161 h 317106"/>
                <a:gd name="connsiteX4" fmla="*/ 102255 w 337443"/>
                <a:gd name="connsiteY4" fmla="*/ 18951 h 317106"/>
                <a:gd name="connsiteX5" fmla="*/ 97142 w 337443"/>
                <a:gd name="connsiteY5" fmla="*/ 30321 h 317106"/>
                <a:gd name="connsiteX6" fmla="*/ 97142 w 337443"/>
                <a:gd name="connsiteY6" fmla="*/ 205930 h 317106"/>
                <a:gd name="connsiteX7" fmla="*/ 102255 w 337443"/>
                <a:gd name="connsiteY7" fmla="*/ 247621 h 317106"/>
                <a:gd name="connsiteX8" fmla="*/ 129097 w 337443"/>
                <a:gd name="connsiteY8" fmla="*/ 280469 h 317106"/>
                <a:gd name="connsiteX9" fmla="*/ 178947 w 337443"/>
                <a:gd name="connsiteY9" fmla="*/ 293103 h 317106"/>
                <a:gd name="connsiteX10" fmla="*/ 244135 w 337443"/>
                <a:gd name="connsiteY10" fmla="*/ 271625 h 317106"/>
                <a:gd name="connsiteX11" fmla="*/ 267142 w 337443"/>
                <a:gd name="connsiteY11" fmla="*/ 212247 h 317106"/>
                <a:gd name="connsiteX12" fmla="*/ 267142 w 337443"/>
                <a:gd name="connsiteY12" fmla="*/ 69486 h 317106"/>
                <a:gd name="connsiteX13" fmla="*/ 264586 w 337443"/>
                <a:gd name="connsiteY13" fmla="*/ 40428 h 317106"/>
                <a:gd name="connsiteX14" fmla="*/ 256917 w 337443"/>
                <a:gd name="connsiteY14" fmla="*/ 25268 h 317106"/>
                <a:gd name="connsiteX15" fmla="*/ 244135 w 337443"/>
                <a:gd name="connsiteY15" fmla="*/ 17687 h 317106"/>
                <a:gd name="connsiteX16" fmla="*/ 218571 w 337443"/>
                <a:gd name="connsiteY16" fmla="*/ 15161 h 317106"/>
                <a:gd name="connsiteX17" fmla="*/ 218571 w 337443"/>
                <a:gd name="connsiteY17" fmla="*/ 0 h 317106"/>
                <a:gd name="connsiteX18" fmla="*/ 337443 w 337443"/>
                <a:gd name="connsiteY18" fmla="*/ 0 h 317106"/>
                <a:gd name="connsiteX19" fmla="*/ 337443 w 337443"/>
                <a:gd name="connsiteY19" fmla="*/ 15161 h 317106"/>
                <a:gd name="connsiteX20" fmla="*/ 328496 w 337443"/>
                <a:gd name="connsiteY20" fmla="*/ 15161 h 317106"/>
                <a:gd name="connsiteX21" fmla="*/ 299097 w 337443"/>
                <a:gd name="connsiteY21" fmla="*/ 25268 h 317106"/>
                <a:gd name="connsiteX22" fmla="*/ 288872 w 337443"/>
                <a:gd name="connsiteY22" fmla="*/ 56852 h 317106"/>
                <a:gd name="connsiteX23" fmla="*/ 288872 w 337443"/>
                <a:gd name="connsiteY23" fmla="*/ 209720 h 317106"/>
                <a:gd name="connsiteX24" fmla="*/ 259473 w 337443"/>
                <a:gd name="connsiteY24" fmla="*/ 286786 h 317106"/>
                <a:gd name="connsiteX25" fmla="*/ 172556 w 337443"/>
                <a:gd name="connsiteY25" fmla="*/ 317107 h 317106"/>
                <a:gd name="connsiteX26" fmla="*/ 98421 w 337443"/>
                <a:gd name="connsiteY26" fmla="*/ 304473 h 317106"/>
                <a:gd name="connsiteX27" fmla="*/ 58797 w 337443"/>
                <a:gd name="connsiteY27" fmla="*/ 266572 h 317106"/>
                <a:gd name="connsiteX28" fmla="*/ 49849 w 337443"/>
                <a:gd name="connsiteY28" fmla="*/ 219827 h 317106"/>
                <a:gd name="connsiteX29" fmla="*/ 49849 w 337443"/>
                <a:gd name="connsiteY29" fmla="*/ 31584 h 317106"/>
                <a:gd name="connsiteX30" fmla="*/ 44737 w 337443"/>
                <a:gd name="connsiteY30" fmla="*/ 20214 h 317106"/>
                <a:gd name="connsiteX31" fmla="*/ 29398 w 337443"/>
                <a:gd name="connsiteY31" fmla="*/ 16424 h 317106"/>
                <a:gd name="connsiteX32" fmla="*/ 0 w 337443"/>
                <a:gd name="connsiteY32" fmla="*/ 16424 h 317106"/>
                <a:gd name="connsiteX33" fmla="*/ 0 w 337443"/>
                <a:gd name="connsiteY33" fmla="*/ 1263 h 31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7443" h="317106">
                  <a:moveTo>
                    <a:pt x="2556" y="0"/>
                  </a:moveTo>
                  <a:lnTo>
                    <a:pt x="148270" y="0"/>
                  </a:lnTo>
                  <a:lnTo>
                    <a:pt x="148270" y="15161"/>
                  </a:lnTo>
                  <a:lnTo>
                    <a:pt x="118872" y="15161"/>
                  </a:lnTo>
                  <a:cubicBezTo>
                    <a:pt x="111203" y="15161"/>
                    <a:pt x="106090" y="15161"/>
                    <a:pt x="102255" y="18951"/>
                  </a:cubicBezTo>
                  <a:cubicBezTo>
                    <a:pt x="99699" y="21477"/>
                    <a:pt x="97142" y="25268"/>
                    <a:pt x="97142" y="30321"/>
                  </a:cubicBezTo>
                  <a:lnTo>
                    <a:pt x="97142" y="205930"/>
                  </a:lnTo>
                  <a:cubicBezTo>
                    <a:pt x="97142" y="224881"/>
                    <a:pt x="98421" y="238778"/>
                    <a:pt x="102255" y="247621"/>
                  </a:cubicBezTo>
                  <a:cubicBezTo>
                    <a:pt x="107368" y="261518"/>
                    <a:pt x="116316" y="272889"/>
                    <a:pt x="129097" y="280469"/>
                  </a:cubicBezTo>
                  <a:cubicBezTo>
                    <a:pt x="141880" y="289313"/>
                    <a:pt x="158496" y="293103"/>
                    <a:pt x="178947" y="293103"/>
                  </a:cubicBezTo>
                  <a:cubicBezTo>
                    <a:pt x="207067" y="293103"/>
                    <a:pt x="230075" y="285523"/>
                    <a:pt x="244135" y="271625"/>
                  </a:cubicBezTo>
                  <a:cubicBezTo>
                    <a:pt x="259473" y="256465"/>
                    <a:pt x="267142" y="237514"/>
                    <a:pt x="267142" y="212247"/>
                  </a:cubicBezTo>
                  <a:lnTo>
                    <a:pt x="267142" y="69486"/>
                  </a:lnTo>
                  <a:cubicBezTo>
                    <a:pt x="267142" y="56852"/>
                    <a:pt x="267142" y="46745"/>
                    <a:pt x="264586" y="40428"/>
                  </a:cubicBezTo>
                  <a:cubicBezTo>
                    <a:pt x="262030" y="34111"/>
                    <a:pt x="260752" y="29058"/>
                    <a:pt x="256917" y="25268"/>
                  </a:cubicBezTo>
                  <a:cubicBezTo>
                    <a:pt x="253082" y="21477"/>
                    <a:pt x="249248" y="18951"/>
                    <a:pt x="244135" y="17687"/>
                  </a:cubicBezTo>
                  <a:cubicBezTo>
                    <a:pt x="239022" y="16424"/>
                    <a:pt x="230075" y="15161"/>
                    <a:pt x="218571" y="15161"/>
                  </a:cubicBezTo>
                  <a:lnTo>
                    <a:pt x="218571" y="0"/>
                  </a:lnTo>
                  <a:lnTo>
                    <a:pt x="337443" y="0"/>
                  </a:lnTo>
                  <a:lnTo>
                    <a:pt x="337443" y="15161"/>
                  </a:lnTo>
                  <a:lnTo>
                    <a:pt x="328496" y="15161"/>
                  </a:lnTo>
                  <a:cubicBezTo>
                    <a:pt x="315714" y="15161"/>
                    <a:pt x="305488" y="18951"/>
                    <a:pt x="299097" y="25268"/>
                  </a:cubicBezTo>
                  <a:cubicBezTo>
                    <a:pt x="292706" y="32848"/>
                    <a:pt x="288872" y="42955"/>
                    <a:pt x="288872" y="56852"/>
                  </a:cubicBezTo>
                  <a:lnTo>
                    <a:pt x="288872" y="209720"/>
                  </a:lnTo>
                  <a:cubicBezTo>
                    <a:pt x="288872" y="242568"/>
                    <a:pt x="278646" y="269099"/>
                    <a:pt x="259473" y="286786"/>
                  </a:cubicBezTo>
                  <a:cubicBezTo>
                    <a:pt x="237744" y="307000"/>
                    <a:pt x="208346" y="317107"/>
                    <a:pt x="172556" y="317107"/>
                  </a:cubicBezTo>
                  <a:cubicBezTo>
                    <a:pt x="140601" y="317107"/>
                    <a:pt x="116316" y="312053"/>
                    <a:pt x="98421" y="304473"/>
                  </a:cubicBezTo>
                  <a:cubicBezTo>
                    <a:pt x="80526" y="296893"/>
                    <a:pt x="67744" y="282996"/>
                    <a:pt x="58797" y="266572"/>
                  </a:cubicBezTo>
                  <a:cubicBezTo>
                    <a:pt x="52406" y="253938"/>
                    <a:pt x="49849" y="238778"/>
                    <a:pt x="49849" y="219827"/>
                  </a:cubicBezTo>
                  <a:lnTo>
                    <a:pt x="49849" y="31584"/>
                  </a:lnTo>
                  <a:cubicBezTo>
                    <a:pt x="49849" y="31584"/>
                    <a:pt x="48571" y="22741"/>
                    <a:pt x="44737" y="20214"/>
                  </a:cubicBezTo>
                  <a:cubicBezTo>
                    <a:pt x="40902" y="17687"/>
                    <a:pt x="37068" y="16424"/>
                    <a:pt x="29398" y="16424"/>
                  </a:cubicBezTo>
                  <a:lnTo>
                    <a:pt x="0" y="16424"/>
                  </a:lnTo>
                  <a:lnTo>
                    <a:pt x="0" y="1263"/>
                  </a:lnTo>
                  <a:close/>
                </a:path>
              </a:pathLst>
            </a:custGeom>
            <a:grpFill/>
            <a:ln w="0" cap="rnd">
              <a:solidFill>
                <a:schemeClr val="bg1">
                  <a:lumMod val="95000"/>
                </a:schemeClr>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9907160D-5F2A-09FB-2F1E-A1E1D911C8D4}"/>
                </a:ext>
              </a:extLst>
            </p:cNvPr>
            <p:cNvSpPr/>
            <p:nvPr/>
          </p:nvSpPr>
          <p:spPr>
            <a:xfrm>
              <a:off x="39733674" y="2239962"/>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7"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40" y="290576"/>
                    <a:pt x="159774" y="293103"/>
                  </a:cubicBezTo>
                  <a:cubicBezTo>
                    <a:pt x="162330" y="295630"/>
                    <a:pt x="167443"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922A3712-1EC2-B56C-3218-21A84BFAE775}"/>
                </a:ext>
              </a:extLst>
            </p:cNvPr>
            <p:cNvSpPr/>
            <p:nvPr/>
          </p:nvSpPr>
          <p:spPr>
            <a:xfrm>
              <a:off x="4002893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4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3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8" y="48008"/>
                    <a:pt x="216015" y="35375"/>
                  </a:cubicBezTo>
                  <a:cubicBezTo>
                    <a:pt x="203233" y="22741"/>
                    <a:pt x="187895" y="15161"/>
                    <a:pt x="167443" y="15161"/>
                  </a:cubicBezTo>
                  <a:lnTo>
                    <a:pt x="106090" y="15161"/>
                  </a:lnTo>
                  <a:cubicBezTo>
                    <a:pt x="106090" y="15161"/>
                    <a:pt x="97143" y="16424"/>
                    <a:pt x="94586" y="18951"/>
                  </a:cubicBezTo>
                  <a:cubicBezTo>
                    <a:pt x="92030" y="21477"/>
                    <a:pt x="90752" y="25268"/>
                    <a:pt x="90752" y="31584"/>
                  </a:cubicBezTo>
                  <a:lnTo>
                    <a:pt x="90752" y="142761"/>
                  </a:lnTo>
                  <a:lnTo>
                    <a:pt x="117594" y="142761"/>
                  </a:lnTo>
                  <a:cubicBezTo>
                    <a:pt x="131654" y="142761"/>
                    <a:pt x="144436" y="137708"/>
                    <a:pt x="153384"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1" y="295630"/>
                    <a:pt x="242857" y="261518"/>
                    <a:pt x="251804" y="194560"/>
                  </a:cubicBezTo>
                  <a:lnTo>
                    <a:pt x="267143"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grpSp>
      <p:sp>
        <p:nvSpPr>
          <p:cNvPr id="20" name="Freeform 19">
            <a:extLst>
              <a:ext uri="{FF2B5EF4-FFF2-40B4-BE49-F238E27FC236}">
                <a16:creationId xmlns:a16="http://schemas.microsoft.com/office/drawing/2014/main" id="{BDA2681D-9A9E-9B78-CCA0-E19EEED102D1}"/>
              </a:ext>
            </a:extLst>
          </p:cNvPr>
          <p:cNvSpPr/>
          <p:nvPr/>
        </p:nvSpPr>
        <p:spPr>
          <a:xfrm>
            <a:off x="35765451" y="1197679"/>
            <a:ext cx="36091" cy="1494722"/>
          </a:xfrm>
          <a:custGeom>
            <a:avLst/>
            <a:gdLst>
              <a:gd name="connsiteX0" fmla="*/ 0 w 38345"/>
              <a:gd name="connsiteY0" fmla="*/ 0 h 1588061"/>
              <a:gd name="connsiteX1" fmla="*/ 38346 w 38345"/>
              <a:gd name="connsiteY1" fmla="*/ 0 h 1588061"/>
              <a:gd name="connsiteX2" fmla="*/ 38346 w 38345"/>
              <a:gd name="connsiteY2" fmla="*/ 1588061 h 1588061"/>
              <a:gd name="connsiteX3" fmla="*/ 0 w 38345"/>
              <a:gd name="connsiteY3" fmla="*/ 1588061 h 1588061"/>
            </a:gdLst>
            <a:ahLst/>
            <a:cxnLst>
              <a:cxn ang="0">
                <a:pos x="connsiteX0" y="connsiteY0"/>
              </a:cxn>
              <a:cxn ang="0">
                <a:pos x="connsiteX1" y="connsiteY1"/>
              </a:cxn>
              <a:cxn ang="0">
                <a:pos x="connsiteX2" y="connsiteY2"/>
              </a:cxn>
              <a:cxn ang="0">
                <a:pos x="connsiteX3" y="connsiteY3"/>
              </a:cxn>
            </a:cxnLst>
            <a:rect l="l" t="t" r="r" b="b"/>
            <a:pathLst>
              <a:path w="38345" h="1588061">
                <a:moveTo>
                  <a:pt x="0" y="0"/>
                </a:moveTo>
                <a:lnTo>
                  <a:pt x="38346" y="0"/>
                </a:lnTo>
                <a:lnTo>
                  <a:pt x="38346" y="1588061"/>
                </a:lnTo>
                <a:lnTo>
                  <a:pt x="0" y="1588061"/>
                </a:lnTo>
                <a:close/>
              </a:path>
            </a:pathLst>
          </a:custGeom>
          <a:solidFill>
            <a:schemeClr val="bg1"/>
          </a:solidFill>
          <a:ln w="127819" cap="flat">
            <a:noFill/>
            <a:prstDash val="solid"/>
            <a:miter/>
          </a:ln>
        </p:spPr>
        <p:txBody>
          <a:bodyPr rtlCol="0" anchor="ctr"/>
          <a:lstStyle/>
          <a:p>
            <a:endParaRPr lang="en-US"/>
          </a:p>
        </p:txBody>
      </p:sp>
      <p:grpSp>
        <p:nvGrpSpPr>
          <p:cNvPr id="80" name="Group 79">
            <a:extLst>
              <a:ext uri="{FF2B5EF4-FFF2-40B4-BE49-F238E27FC236}">
                <a16:creationId xmlns:a16="http://schemas.microsoft.com/office/drawing/2014/main" id="{E93D9801-F12F-D36B-26AA-DB92D49F389D}"/>
              </a:ext>
            </a:extLst>
          </p:cNvPr>
          <p:cNvGrpSpPr/>
          <p:nvPr userDrawn="1"/>
        </p:nvGrpSpPr>
        <p:grpSpPr>
          <a:xfrm>
            <a:off x="24200455" y="-5818112"/>
            <a:ext cx="18378672" cy="14123912"/>
            <a:chOff x="22678897" y="-5894312"/>
            <a:chExt cx="19239985" cy="14785826"/>
          </a:xfrm>
        </p:grpSpPr>
        <p:sp>
          <p:nvSpPr>
            <p:cNvPr id="77" name="Freeform 76">
              <a:extLst>
                <a:ext uri="{FF2B5EF4-FFF2-40B4-BE49-F238E27FC236}">
                  <a16:creationId xmlns:a16="http://schemas.microsoft.com/office/drawing/2014/main" id="{483D0B4B-C72A-7309-0566-0E0EBA348843}"/>
                </a:ext>
              </a:extLst>
            </p:cNvPr>
            <p:cNvSpPr/>
            <p:nvPr userDrawn="1"/>
          </p:nvSpPr>
          <p:spPr>
            <a:xfrm rot="14400000" flipH="1">
              <a:off x="24890487" y="-8105902"/>
              <a:ext cx="14785826" cy="19209006"/>
            </a:xfrm>
            <a:custGeom>
              <a:avLst/>
              <a:gdLst>
                <a:gd name="csX0" fmla="*/ 0 w 3400022"/>
                <a:gd name="csY0" fmla="*/ 0 h 3090929"/>
                <a:gd name="csX1" fmla="*/ 3400022 w 3400022"/>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580244"/>
                <a:gd name="csY0" fmla="*/ 0 h 3137733"/>
                <a:gd name="csX1" fmla="*/ 3580244 w 3580244"/>
                <a:gd name="csY1" fmla="*/ 3137733 h 3137733"/>
                <a:gd name="csX0" fmla="*/ 0 w 3580244"/>
                <a:gd name="csY0" fmla="*/ 0 h 3137733"/>
                <a:gd name="csX1" fmla="*/ 3580244 w 3580244"/>
                <a:gd name="csY1" fmla="*/ 3137733 h 3137733"/>
                <a:gd name="csX0" fmla="*/ 0 w 4001931"/>
                <a:gd name="csY0" fmla="*/ 0 h 4389897"/>
                <a:gd name="csX1" fmla="*/ 4001931 w 4001931"/>
                <a:gd name="csY1" fmla="*/ 4389897 h 4389897"/>
                <a:gd name="csX0" fmla="*/ 0 w 4001931"/>
                <a:gd name="csY0" fmla="*/ 0 h 4389897"/>
                <a:gd name="csX1" fmla="*/ 4001931 w 4001931"/>
                <a:gd name="csY1" fmla="*/ 4389897 h 4389897"/>
                <a:gd name="csX0" fmla="*/ 0 w 4154834"/>
                <a:gd name="csY0" fmla="*/ 0 h 4475372"/>
                <a:gd name="csX1" fmla="*/ 4154834 w 4154834"/>
                <a:gd name="csY1" fmla="*/ 4475372 h 4475372"/>
                <a:gd name="csX0" fmla="*/ 0 w 4154834"/>
                <a:gd name="csY0" fmla="*/ 0 h 4475372"/>
                <a:gd name="csX1" fmla="*/ 4154834 w 4154834"/>
                <a:gd name="csY1" fmla="*/ 4475372 h 4475372"/>
                <a:gd name="connsiteX0" fmla="*/ 0 w 4461056"/>
                <a:gd name="connsiteY0" fmla="*/ 0 h 5621290"/>
                <a:gd name="connsiteX1" fmla="*/ 4461056 w 4461056"/>
                <a:gd name="connsiteY1" fmla="*/ 5621290 h 5621290"/>
                <a:gd name="connsiteX0" fmla="*/ 0 w 4461056"/>
                <a:gd name="connsiteY0" fmla="*/ 0 h 5621290"/>
                <a:gd name="connsiteX1" fmla="*/ 4461056 w 4461056"/>
                <a:gd name="connsiteY1" fmla="*/ 5621290 h 562129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Lst>
              <a:ahLst/>
              <a:cxnLst>
                <a:cxn ang="0">
                  <a:pos x="connsiteX0" y="connsiteY0"/>
                </a:cxn>
                <a:cxn ang="0">
                  <a:pos x="connsiteX1" y="connsiteY1"/>
                </a:cxn>
              </a:cxnLst>
              <a:rect l="l" t="t" r="r" b="b"/>
              <a:pathLst>
                <a:path w="4468180" h="5516310">
                  <a:moveTo>
                    <a:pt x="0" y="0"/>
                  </a:moveTo>
                  <a:cubicBezTo>
                    <a:pt x="1536155" y="2216119"/>
                    <a:pt x="3530019" y="1611595"/>
                    <a:pt x="4468180" y="5516310"/>
                  </a:cubicBezTo>
                </a:path>
              </a:pathLst>
            </a:custGeom>
            <a:noFill/>
            <a:ln w="219075" cap="rnd">
              <a:solidFill>
                <a:srgbClr val="EC6906"/>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Graphic 8">
              <a:extLst>
                <a:ext uri="{FF2B5EF4-FFF2-40B4-BE49-F238E27FC236}">
                  <a16:creationId xmlns:a16="http://schemas.microsoft.com/office/drawing/2014/main" id="{B816AD4D-80D1-7D64-193A-2B2E858B410D}"/>
                </a:ext>
              </a:extLst>
            </p:cNvPr>
            <p:cNvSpPr/>
            <p:nvPr userDrawn="1"/>
          </p:nvSpPr>
          <p:spPr>
            <a:xfrm rot="13775734">
              <a:off x="40412042" y="3595667"/>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sp>
          <p:nvSpPr>
            <p:cNvPr id="78" name="Graphic 8">
              <a:extLst>
                <a:ext uri="{FF2B5EF4-FFF2-40B4-BE49-F238E27FC236}">
                  <a16:creationId xmlns:a16="http://schemas.microsoft.com/office/drawing/2014/main" id="{EB479DAA-5B4C-5D44-170F-09FDFFA201FE}"/>
                </a:ext>
              </a:extLst>
            </p:cNvPr>
            <p:cNvSpPr/>
            <p:nvPr userDrawn="1"/>
          </p:nvSpPr>
          <p:spPr>
            <a:xfrm rot="13643869">
              <a:off x="41287718" y="3409361"/>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grpSp>
    </p:spTree>
    <p:extLst>
      <p:ext uri="{BB962C8B-B14F-4D97-AF65-F5344CB8AC3E}">
        <p14:creationId xmlns:p14="http://schemas.microsoft.com/office/powerpoint/2010/main" val="1640865337"/>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87" r:id="rId3"/>
    <p:sldLayoutId id="2147483684" r:id="rId4"/>
    <p:sldLayoutId id="2147483686" r:id="rId5"/>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image" Target="../media/image1.png"/><Relationship Id="rId6" Type="http://schemas.openxmlformats.org/officeDocument/2006/relationships/image" Target="../media/image2.jpeg"/></Relationships>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F4F08B08-94E0-1244-9952-0E40E301E5F3}"/>
              </a:ext>
            </a:extLst>
          </p:cNvPr>
          <p:cNvSpPr txBox="1"/>
          <p:nvPr/>
        </p:nvSpPr>
        <p:spPr>
          <a:xfrm>
            <a:off x="922787" y="31375521"/>
            <a:ext cx="42163740" cy="1040926"/>
          </a:xfrm>
          <a:prstGeom prst="roundRect">
            <a:avLst>
              <a:gd name="adj" fmla="val 44465"/>
            </a:avLst>
          </a:prstGeom>
          <a:solidFill>
            <a:srgbClr val="ACC8BF"/>
          </a:solidFill>
        </p:spPr>
        <p:txBody>
          <a:bodyPr wrap="square" lIns="288000" tIns="108000" rIns="288000" bIns="108000" rtlCol="0">
            <a:spAutoFit/>
          </a:bodyPr>
          <a:lstStyle/>
          <a:p>
            <a:r>
              <a:rPr lang="en-US" sz="3600" i="1" dirty="0">
                <a:solidFill>
                  <a:srgbClr val="074B2C"/>
                </a:solidFill>
                <a:latin typeface="Arial" panose="020B0604020202020204" pitchFamily="34" charset="0"/>
                <a:cs typeface="Arial" panose="020B0604020202020204" pitchFamily="34" charset="0"/>
              </a:rPr>
              <a:t>Enrique Perez1, Andrea Viziano1, Zaid Al-Zaghal1, Fred F. Telischi1, Rachele Sangaletti1, Weitao Jiang2, W. Dalton Dietrich3, Curtis King4, Michael E. Hoffer1, and </a:t>
            </a:r>
            <a:r>
              <a:rPr lang="en-US" sz="3600" i="1" dirty="0" err="1">
                <a:solidFill>
                  <a:srgbClr val="074B2C"/>
                </a:solidFill>
                <a:latin typeface="Arial" panose="020B0604020202020204" pitchFamily="34" charset="0"/>
                <a:cs typeface="Arial" panose="020B0604020202020204" pitchFamily="34" charset="0"/>
              </a:rPr>
              <a:t>Suhrud</a:t>
            </a:r>
            <a:r>
              <a:rPr lang="en-US" sz="3600" i="1">
                <a:solidFill>
                  <a:srgbClr val="074B2C"/>
                </a:solidFill>
                <a:latin typeface="Arial" panose="020B0604020202020204" pitchFamily="34" charset="0"/>
                <a:cs typeface="Arial" panose="020B0604020202020204" pitchFamily="34" charset="0"/>
              </a:rPr>
              <a:t> M. Rajguru1</a:t>
            </a:r>
          </a:p>
        </p:txBody>
      </p:sp>
      <p:sp>
        <p:nvSpPr>
          <p:cNvPr id="18" name="TextBox 17">
            <a:extLst>
              <a:ext uri="{FF2B5EF4-FFF2-40B4-BE49-F238E27FC236}">
                <a16:creationId xmlns:a16="http://schemas.microsoft.com/office/drawing/2014/main" id="{7680B3AF-45E9-6643-80CF-D847A33323C9}"/>
              </a:ext>
            </a:extLst>
          </p:cNvPr>
          <p:cNvSpPr txBox="1"/>
          <p:nvPr/>
        </p:nvSpPr>
        <p:spPr>
          <a:xfrm>
            <a:off x="1598770" y="5956881"/>
            <a:ext cx="12246392" cy="3283206"/>
          </a:xfrm>
          <a:prstGeom prst="rect">
            <a:avLst/>
          </a:prstGeom>
          <a:noFill/>
        </p:spPr>
        <p:txBody>
          <a:bodyPr wrap="square" lIns="0" tIns="0" rIns="0" bIns="0" rtlCol="0">
            <a:spAutoFit/>
          </a:bodyPr>
          <a:lstStyle/>
          <a:p>
            <a:r>
              <a:rPr lang="en-US" sz="3556" b="1">
                <a:solidFill>
                  <a:schemeClr val="tx1">
                    <a:lumMod val="95000"/>
                    <a:lumOff val="5000"/>
                  </a:schemeClr>
                </a:solidFill>
                <a:latin typeface="Arial" panose="020B0604020202020204" pitchFamily="34" charset="0"/>
                <a:cs typeface="Arial" panose="020B0604020202020204" pitchFamily="34" charset="0"/>
              </a:rPr>
              <a:t>Full title and introduction to the work. Lorem ipsum dolor sit amet, consectetuer adipiscing elit, sed diam nonummy nibh euismod tincidunt ut laoreet dolore magna aliquam erat volutpat. Ut wisi enim ad minim veniam, quis nostrud exerci tation ullamcorper suscipit lobortis nisl ut aliquip ex ea commodo consequat. </a:t>
            </a:r>
          </a:p>
        </p:txBody>
      </p:sp>
      <p:sp>
        <p:nvSpPr>
          <p:cNvPr id="9" name="Title 8">
            <a:extLst>
              <a:ext uri="{FF2B5EF4-FFF2-40B4-BE49-F238E27FC236}">
                <a16:creationId xmlns:a16="http://schemas.microsoft.com/office/drawing/2014/main" id="{216E2F1F-D929-8590-170C-37055FE59825}"/>
              </a:ext>
            </a:extLst>
          </p:cNvPr>
          <p:cNvSpPr>
            <a:spLocks noGrp="1"/>
          </p:cNvSpPr>
          <p:nvPr>
            <p:ph type="ctrTitle"/>
          </p:nvPr>
        </p:nvSpPr>
        <p:spPr/>
        <p:txBody>
          <a:bodyPr>
            <a:normAutofit/>
          </a:bodyPr>
          <a:lstStyle/>
          <a:p>
            <a:r>
              <a:rPr lang="en-US" sz="11500" b="1">
                <a:solidFill>
                  <a:schemeClr val="bg1"/>
                </a:solidFill>
                <a:latin typeface="Arial" panose="020B0604020202020204" pitchFamily="34" charset="0"/>
                <a:cs typeface="Arial" panose="020B0604020202020204" pitchFamily="34" charset="0"/>
              </a:rPr>
              <a:t>Include a title for the research study</a:t>
            </a:r>
            <a:endParaRPr lang="en-US">
              <a:solidFill>
                <a:schemeClr val="bg1"/>
              </a:solidFill>
            </a:endParaRPr>
          </a:p>
        </p:txBody>
      </p:sp>
      <p:sp>
        <p:nvSpPr>
          <p:cNvPr id="8" name="Subtitle 7">
            <a:extLst>
              <a:ext uri="{FF2B5EF4-FFF2-40B4-BE49-F238E27FC236}">
                <a16:creationId xmlns:a16="http://schemas.microsoft.com/office/drawing/2014/main" id="{30BF6688-FE94-9A3E-DB34-727790CB6ACA}"/>
              </a:ext>
            </a:extLst>
          </p:cNvPr>
          <p:cNvSpPr>
            <a:spLocks noGrp="1"/>
          </p:cNvSpPr>
          <p:nvPr>
            <p:ph type="subTitle" idx="1"/>
          </p:nvPr>
        </p:nvSpPr>
        <p:spPr/>
        <p:txBody>
          <a:bodyPr>
            <a:noAutofit/>
          </a:bodyPr>
          <a:lstStyle/>
          <a:p>
            <a:r>
              <a:rPr lang="en-US" b="1">
                <a:solidFill>
                  <a:schemeClr val="bg1"/>
                </a:solidFill>
                <a:latin typeface="Arial" panose="020B0604020202020204" pitchFamily="34" charset="0"/>
                <a:cs typeface="Arial" panose="020B0604020202020204" pitchFamily="34" charset="0"/>
              </a:rPr>
              <a:t>A short description of the study can also be included here. This should be a succint overview of the background and reasoning behind the project and research programme.</a:t>
            </a:r>
          </a:p>
        </p:txBody>
      </p:sp>
      <p:sp>
        <p:nvSpPr>
          <p:cNvPr id="25" name="TextBox 24">
            <a:extLst>
              <a:ext uri="{FF2B5EF4-FFF2-40B4-BE49-F238E27FC236}">
                <a16:creationId xmlns:a16="http://schemas.microsoft.com/office/drawing/2014/main" id="{BA616599-3759-2207-AA99-8D908D2FA0D9}"/>
              </a:ext>
            </a:extLst>
          </p:cNvPr>
          <p:cNvSpPr txBox="1"/>
          <p:nvPr/>
        </p:nvSpPr>
        <p:spPr>
          <a:xfrm>
            <a:off x="1626075" y="11191721"/>
            <a:ext cx="12219086" cy="2954655"/>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p>
        </p:txBody>
      </p:sp>
      <p:sp>
        <p:nvSpPr>
          <p:cNvPr id="27" name="TextBox 26">
            <a:extLst>
              <a:ext uri="{FF2B5EF4-FFF2-40B4-BE49-F238E27FC236}">
                <a16:creationId xmlns:a16="http://schemas.microsoft.com/office/drawing/2014/main" id="{50938DFA-D134-D4D3-B338-88C581F02C4C}"/>
              </a:ext>
            </a:extLst>
          </p:cNvPr>
          <p:cNvSpPr txBox="1"/>
          <p:nvPr/>
        </p:nvSpPr>
        <p:spPr>
          <a:xfrm>
            <a:off x="1552208" y="25126703"/>
            <a:ext cx="12163593" cy="4924425"/>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a:p>
            <a:endParaRPr lang="en-US" sz="3200">
              <a:solidFill>
                <a:schemeClr val="tx1">
                  <a:lumMod val="95000"/>
                  <a:lumOff val="5000"/>
                </a:schemeClr>
              </a:solidFill>
              <a:latin typeface="Arial" panose="020B0604020202020204" pitchFamily="34" charset="0"/>
              <a:cs typeface="Arial" panose="020B0604020202020204" pitchFamily="34" charset="0"/>
            </a:endParaRPr>
          </a:p>
          <a:p>
            <a:r>
              <a:rPr lang="en-GB" sz="3200" dirty="0">
                <a:solidFill>
                  <a:schemeClr val="tx1">
                    <a:lumMod val="95000"/>
                    <a:lumOff val="5000"/>
                  </a:schemeClr>
                </a:solidFill>
                <a:latin typeface="Arial" panose="020B0604020202020204" pitchFamily="34" charset="0"/>
                <a:cs typeface="Arial" panose="020B0604020202020204" pitchFamily="34" charset="0"/>
              </a:rPr>
              <a:t>Est </a:t>
            </a:r>
            <a:r>
              <a:rPr lang="en-GB" sz="3200" dirty="0" err="1">
                <a:solidFill>
                  <a:schemeClr val="tx1">
                    <a:lumMod val="95000"/>
                    <a:lumOff val="5000"/>
                  </a:schemeClr>
                </a:solidFill>
                <a:latin typeface="Arial" panose="020B0604020202020204" pitchFamily="34" charset="0"/>
                <a:cs typeface="Arial" panose="020B0604020202020204" pitchFamily="34" charset="0"/>
              </a:rPr>
              <a:t>diam</a:t>
            </a:r>
            <a:r>
              <a:rPr lang="en-GB" sz="3200" dirty="0">
                <a:solidFill>
                  <a:schemeClr val="tx1">
                    <a:lumMod val="95000"/>
                    <a:lumOff val="5000"/>
                  </a:schemeClr>
                </a:solidFill>
                <a:latin typeface="Arial" panose="020B0604020202020204" pitchFamily="34" charset="0"/>
                <a:cs typeface="Arial" panose="020B0604020202020204" pitchFamily="34" charset="0"/>
              </a:rPr>
              <a:t> dictum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turpis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mattis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endParaRPr lang="en-US" sz="3200">
              <a:solidFill>
                <a:schemeClr val="tx1">
                  <a:lumMod val="95000"/>
                  <a:lumOff val="5000"/>
                </a:schemeClr>
              </a:solidFill>
              <a:latin typeface="Arial" panose="020B0604020202020204" pitchFamily="34" charset="0"/>
              <a:cs typeface="Arial" panose="020B0604020202020204" pitchFamily="34" charset="0"/>
            </a:endParaRPr>
          </a:p>
        </p:txBody>
      </p:sp>
      <p:grpSp>
        <p:nvGrpSpPr>
          <p:cNvPr id="30" name="Group 29">
            <a:extLst>
              <a:ext uri="{FF2B5EF4-FFF2-40B4-BE49-F238E27FC236}">
                <a16:creationId xmlns:a16="http://schemas.microsoft.com/office/drawing/2014/main" id="{33388249-E0EE-A028-728D-A3E0556C03D8}"/>
              </a:ext>
            </a:extLst>
          </p:cNvPr>
          <p:cNvGrpSpPr/>
          <p:nvPr/>
        </p:nvGrpSpPr>
        <p:grpSpPr>
          <a:xfrm>
            <a:off x="14827102" y="40501586"/>
            <a:ext cx="14236996" cy="24098273"/>
            <a:chOff x="21858514" y="6190626"/>
            <a:chExt cx="14236996" cy="25454478"/>
          </a:xfrm>
        </p:grpSpPr>
        <p:cxnSp>
          <p:nvCxnSpPr>
            <p:cNvPr id="12" name="Straight Connector 11">
              <a:extLst>
                <a:ext uri="{FF2B5EF4-FFF2-40B4-BE49-F238E27FC236}">
                  <a16:creationId xmlns:a16="http://schemas.microsoft.com/office/drawing/2014/main" id="{5DA1725F-3351-9CA6-F896-713C55990993}"/>
                </a:ext>
              </a:extLst>
            </p:cNvPr>
            <p:cNvCxnSpPr>
              <a:cxnSpLocks/>
            </p:cNvCxnSpPr>
            <p:nvPr/>
          </p:nvCxnSpPr>
          <p:spPr>
            <a:xfrm>
              <a:off x="21858514" y="6190626"/>
              <a:ext cx="0" cy="25454478"/>
            </a:xfrm>
            <a:prstGeom prst="line">
              <a:avLst/>
            </a:prstGeom>
            <a:ln w="1016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30BD81A-FD82-661F-6443-EC52E685EFBD}"/>
                </a:ext>
              </a:extLst>
            </p:cNvPr>
            <p:cNvCxnSpPr>
              <a:cxnSpLocks/>
            </p:cNvCxnSpPr>
            <p:nvPr/>
          </p:nvCxnSpPr>
          <p:spPr>
            <a:xfrm>
              <a:off x="36095510" y="6190626"/>
              <a:ext cx="0" cy="25454478"/>
            </a:xfrm>
            <a:prstGeom prst="line">
              <a:avLst/>
            </a:prstGeom>
            <a:ln w="101600" cap="rnd">
              <a:solidFill>
                <a:schemeClr val="bg2"/>
              </a:solidFill>
              <a:prstDash val="sysDot"/>
              <a:round/>
            </a:ln>
          </p:spPr>
          <p:style>
            <a:lnRef idx="1">
              <a:schemeClr val="accent1"/>
            </a:lnRef>
            <a:fillRef idx="0">
              <a:schemeClr val="accent1"/>
            </a:fillRef>
            <a:effectRef idx="0">
              <a:schemeClr val="accent1"/>
            </a:effectRef>
            <a:fontRef idx="minor">
              <a:schemeClr val="tx1"/>
            </a:fontRef>
          </p:style>
        </p:cxnSp>
      </p:grpSp>
      <p:sp>
        <p:nvSpPr>
          <p:cNvPr id="38" name="Title 6">
            <a:extLst>
              <a:ext uri="{FF2B5EF4-FFF2-40B4-BE49-F238E27FC236}">
                <a16:creationId xmlns:a16="http://schemas.microsoft.com/office/drawing/2014/main" id="{9EB4787C-7FDF-8BC7-5B16-2C4270F81D34}"/>
              </a:ext>
            </a:extLst>
          </p:cNvPr>
          <p:cNvSpPr txBox="1">
            <a:spLocks/>
          </p:cNvSpPr>
          <p:nvPr/>
        </p:nvSpPr>
        <p:spPr>
          <a:xfrm>
            <a:off x="30085196" y="6812860"/>
            <a:ext cx="11148363" cy="5951151"/>
          </a:xfrm>
          <a:prstGeom prst="rect">
            <a:avLst/>
          </a:prstGeom>
        </p:spPr>
        <p:txBody>
          <a:bodyPr vert="horz" lIns="232251" tIns="116126" rIns="232251" bIns="116126" rtlCol="0" anchor="t">
            <a:normAutofit/>
          </a:bodyPr>
          <a:lstStyle>
            <a:lvl1pPr algn="ctr" defTabSz="1727921" rtl="0" eaLnBrk="1" latinLnBrk="0" hangingPunct="1">
              <a:lnSpc>
                <a:spcPct val="90000"/>
              </a:lnSpc>
              <a:spcBef>
                <a:spcPct val="0"/>
              </a:spcBef>
              <a:buNone/>
              <a:defRPr sz="11338" kern="1200">
                <a:solidFill>
                  <a:schemeClr val="tx1"/>
                </a:solidFill>
                <a:latin typeface="+mj-lt"/>
                <a:ea typeface="+mj-ea"/>
                <a:cs typeface="+mj-cs"/>
              </a:defRPr>
            </a:lvl1pPr>
          </a:lstStyle>
          <a:p>
            <a:pPr algn="l"/>
            <a:endParaRPr lang="en-US" sz="8800" b="1">
              <a:solidFill>
                <a:srgbClr val="F47321"/>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324A9869-6D82-4825-C6F5-CBC59451EFFD}"/>
              </a:ext>
            </a:extLst>
          </p:cNvPr>
          <p:cNvSpPr txBox="1"/>
          <p:nvPr/>
        </p:nvSpPr>
        <p:spPr>
          <a:xfrm>
            <a:off x="15613661" y="17871210"/>
            <a:ext cx="12550747" cy="11910953"/>
          </a:xfrm>
          <a:prstGeom prst="rect">
            <a:avLst/>
          </a:prstGeom>
          <a:noFill/>
        </p:spPr>
        <p:txBody>
          <a:bodyPr wrap="square">
            <a:spAutoFit/>
          </a:bodyPr>
          <a:lstStyle/>
          <a:p>
            <a:r>
              <a:rPr lang="en-GB" sz="3200" dirty="0">
                <a:solidFill>
                  <a:schemeClr val="tx1">
                    <a:lumMod val="95000"/>
                    <a:lumOff val="5000"/>
                  </a:schemeClr>
                </a:solidFill>
                <a:latin typeface="Arial" panose="020B0604020202020204" pitchFamily="34" charset="0"/>
                <a:cs typeface="Arial" panose="020B0604020202020204" pitchFamily="34" charset="0"/>
              </a:rPr>
              <a:t>Lorem ipsum </a:t>
            </a:r>
            <a:r>
              <a:rPr lang="en-GB" sz="3200" dirty="0" err="1">
                <a:solidFill>
                  <a:schemeClr val="tx1">
                    <a:lumMod val="95000"/>
                    <a:lumOff val="5000"/>
                  </a:schemeClr>
                </a:solidFill>
                <a:latin typeface="Arial" panose="020B0604020202020204" pitchFamily="34" charset="0"/>
                <a:cs typeface="Arial" panose="020B0604020202020204" pitchFamily="34" charset="0"/>
              </a:rPr>
              <a:t>dolor</a:t>
            </a:r>
            <a:r>
              <a:rPr lang="en-GB" sz="3200" dirty="0">
                <a:solidFill>
                  <a:schemeClr val="tx1">
                    <a:lumMod val="95000"/>
                    <a:lumOff val="5000"/>
                  </a:schemeClr>
                </a:solidFill>
                <a:latin typeface="Arial" panose="020B0604020202020204" pitchFamily="34" charset="0"/>
                <a:cs typeface="Arial" panose="020B0604020202020204" pitchFamily="34" charset="0"/>
              </a:rPr>
              <a:t> sit </a:t>
            </a:r>
            <a:r>
              <a:rPr lang="en-GB" sz="3200" dirty="0" err="1">
                <a:solidFill>
                  <a:schemeClr val="tx1">
                    <a:lumMod val="95000"/>
                    <a:lumOff val="5000"/>
                  </a:schemeClr>
                </a:solidFill>
                <a:latin typeface="Arial" panose="020B0604020202020204" pitchFamily="34" charset="0"/>
                <a:cs typeface="Arial" panose="020B0604020202020204" pitchFamily="34" charset="0"/>
              </a:rPr>
              <a:t>amet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consectetur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adipiscing</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in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Pulvinar in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consequat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viverra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magna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fusce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torquent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class </a:t>
            </a:r>
            <a:r>
              <a:rPr lang="en-GB" sz="3200" dirty="0" err="1">
                <a:solidFill>
                  <a:schemeClr val="tx1">
                    <a:lumMod val="95000"/>
                    <a:lumOff val="5000"/>
                  </a:schemeClr>
                </a:solidFill>
                <a:latin typeface="Arial" panose="020B0604020202020204" pitchFamily="34" charset="0"/>
                <a:cs typeface="Arial" panose="020B0604020202020204" pitchFamily="34" charset="0"/>
              </a:rPr>
              <a:t>mauris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ante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interdum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egestas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netus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nisi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auctor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eros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parturient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vehicula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Laoreet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risus</a:t>
            </a:r>
            <a:r>
              <a:rPr lang="en-GB" sz="3200" dirty="0">
                <a:solidFill>
                  <a:schemeClr val="tx1">
                    <a:lumMod val="95000"/>
                    <a:lumOff val="5000"/>
                  </a:schemeClr>
                </a:solidFill>
                <a:latin typeface="Arial" panose="020B0604020202020204" pitchFamily="34" charset="0"/>
                <a:cs typeface="Arial" panose="020B0604020202020204" pitchFamily="34" charset="0"/>
              </a:rPr>
              <a:t> id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convallis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sociis,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lobortis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luctus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ac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nisl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dapibus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tortor</a:t>
            </a:r>
            <a:r>
              <a:rPr lang="en-GB" sz="3200" dirty="0">
                <a:solidFill>
                  <a:schemeClr val="tx1">
                    <a:lumMod val="95000"/>
                    <a:lumOff val="5000"/>
                  </a:schemeClr>
                </a:solidFill>
                <a:latin typeface="Arial" panose="020B0604020202020204" pitchFamily="34" charset="0"/>
                <a:cs typeface="Arial" panose="020B0604020202020204" pitchFamily="34" charset="0"/>
              </a:rPr>
              <a:t> vestibulum dui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dis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aenean</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vestibulum at et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cursus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tempus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justo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placerat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habitant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gravida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non </a:t>
            </a:r>
            <a:r>
              <a:rPr lang="en-GB" sz="3200" dirty="0" err="1">
                <a:solidFill>
                  <a:schemeClr val="tx1">
                    <a:lumMod val="95000"/>
                    <a:lumOff val="5000"/>
                  </a:schemeClr>
                </a:solidFill>
                <a:latin typeface="Arial" panose="020B0604020202020204" pitchFamily="34" charset="0"/>
                <a:cs typeface="Arial" panose="020B0604020202020204" pitchFamily="34" charset="0"/>
              </a:rPr>
              <a:t>maecenas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p>
        </p:txBody>
      </p:sp>
      <p:sp>
        <p:nvSpPr>
          <p:cNvPr id="59" name="TextBox 58">
            <a:extLst>
              <a:ext uri="{FF2B5EF4-FFF2-40B4-BE49-F238E27FC236}">
                <a16:creationId xmlns:a16="http://schemas.microsoft.com/office/drawing/2014/main" id="{34FD8457-4D4D-EC7B-4559-799C5C4D12D9}"/>
              </a:ext>
            </a:extLst>
          </p:cNvPr>
          <p:cNvSpPr txBox="1"/>
          <p:nvPr/>
        </p:nvSpPr>
        <p:spPr>
          <a:xfrm>
            <a:off x="30232770" y="5956881"/>
            <a:ext cx="12032356" cy="24268182"/>
          </a:xfrm>
          <a:prstGeom prst="rect">
            <a:avLst/>
          </a:prstGeom>
          <a:noFill/>
        </p:spPr>
        <p:txBody>
          <a:bodyPr wrap="square">
            <a:spAutoFit/>
          </a:bodyPr>
          <a:lstStyle>
            <a:defPPr>
              <a:defRPr lang="en-US"/>
            </a:defPPr>
            <a:lvl1pPr>
              <a:defRPr sz="3200">
                <a:solidFill>
                  <a:schemeClr val="tx1">
                    <a:lumMod val="95000"/>
                    <a:lumOff val="5000"/>
                  </a:schemeClr>
                </a:solidFill>
                <a:latin typeface="Arial" panose="020B0604020202020204" pitchFamily="34" charset="0"/>
                <a:cs typeface="Arial" panose="020B0604020202020204" pitchFamily="34" charset="0"/>
              </a:defRPr>
            </a:lvl1pPr>
          </a:lstStyle>
          <a:p>
            <a:r>
              <a:rPr lang="en-GB" dirty="0" err="1"/>
              <a:t>Accumsan</a:t>
            </a:r>
            <a:r>
              <a:rPr lang="en-GB" dirty="0"/>
              <a:t> </a:t>
            </a:r>
            <a:r>
              <a:rPr lang="en-GB" dirty="0" err="1"/>
              <a:t>litora</a:t>
            </a:r>
            <a:r>
              <a:rPr lang="en-GB" dirty="0"/>
              <a:t> </a:t>
            </a:r>
            <a:r>
              <a:rPr lang="en-GB" dirty="0" err="1"/>
              <a:t>lacus</a:t>
            </a:r>
            <a:r>
              <a:rPr lang="en-GB" dirty="0"/>
              <a:t> non </a:t>
            </a:r>
            <a:r>
              <a:rPr lang="en-GB" dirty="0" err="1"/>
              <a:t>eget</a:t>
            </a:r>
            <a:r>
              <a:rPr lang="en-GB" dirty="0"/>
              <a:t> </a:t>
            </a:r>
            <a:r>
              <a:rPr lang="en-GB" dirty="0" err="1"/>
              <a:t>orci</a:t>
            </a:r>
            <a:r>
              <a:rPr lang="en-GB" dirty="0"/>
              <a:t> auctor dictum, </a:t>
            </a:r>
            <a:r>
              <a:rPr lang="en-GB" dirty="0" err="1"/>
              <a:t>ultrices</a:t>
            </a:r>
            <a:r>
              <a:rPr lang="en-GB" dirty="0"/>
              <a:t> </a:t>
            </a:r>
            <a:r>
              <a:rPr lang="en-GB" dirty="0" err="1"/>
              <a:t>morbi</a:t>
            </a:r>
            <a:r>
              <a:rPr lang="en-GB" dirty="0"/>
              <a:t> </a:t>
            </a:r>
            <a:r>
              <a:rPr lang="en-GB" dirty="0" err="1"/>
              <a:t>vel</a:t>
            </a:r>
            <a:r>
              <a:rPr lang="en-GB" dirty="0"/>
              <a:t> </a:t>
            </a:r>
            <a:r>
              <a:rPr lang="en-GB" dirty="0" err="1"/>
              <a:t>nascetur</a:t>
            </a:r>
            <a:r>
              <a:rPr lang="en-GB" dirty="0"/>
              <a:t> </a:t>
            </a:r>
            <a:r>
              <a:rPr lang="en-GB" dirty="0" err="1"/>
              <a:t>natoque</a:t>
            </a:r>
            <a:r>
              <a:rPr lang="en-GB" dirty="0"/>
              <a:t> </a:t>
            </a:r>
            <a:r>
              <a:rPr lang="en-GB" dirty="0" err="1"/>
              <a:t>potenti</a:t>
            </a:r>
            <a:r>
              <a:rPr lang="en-GB" dirty="0"/>
              <a:t>, semper ante </a:t>
            </a:r>
            <a:r>
              <a:rPr lang="en-GB" dirty="0" err="1"/>
              <a:t>vivamus</a:t>
            </a:r>
            <a:r>
              <a:rPr lang="en-GB" dirty="0"/>
              <a:t> </a:t>
            </a:r>
            <a:r>
              <a:rPr lang="en-GB" dirty="0" err="1"/>
              <a:t>dapibus</a:t>
            </a:r>
            <a:r>
              <a:rPr lang="en-GB" dirty="0"/>
              <a:t> </a:t>
            </a:r>
            <a:r>
              <a:rPr lang="en-GB" dirty="0" err="1"/>
              <a:t>laoreet</a:t>
            </a:r>
            <a:r>
              <a:rPr lang="en-GB" dirty="0"/>
              <a:t> </a:t>
            </a:r>
            <a:r>
              <a:rPr lang="en-GB" dirty="0" err="1"/>
              <a:t>molestie</a:t>
            </a:r>
            <a:r>
              <a:rPr lang="en-GB" dirty="0"/>
              <a:t> </a:t>
            </a:r>
            <a:r>
              <a:rPr lang="en-GB" dirty="0" err="1"/>
              <a:t>posuere</a:t>
            </a:r>
            <a:r>
              <a:rPr lang="en-GB" dirty="0"/>
              <a:t>, </a:t>
            </a:r>
            <a:r>
              <a:rPr lang="en-GB" dirty="0" err="1"/>
              <a:t>est</a:t>
            </a:r>
            <a:r>
              <a:rPr lang="en-GB" dirty="0"/>
              <a:t> </a:t>
            </a:r>
            <a:r>
              <a:rPr lang="en-GB" dirty="0" err="1"/>
              <a:t>varius</a:t>
            </a:r>
            <a:r>
              <a:rPr lang="en-GB" dirty="0"/>
              <a:t> </a:t>
            </a:r>
            <a:r>
              <a:rPr lang="en-GB" dirty="0" err="1"/>
              <a:t>cras</a:t>
            </a:r>
            <a:r>
              <a:rPr lang="en-GB" dirty="0"/>
              <a:t> </a:t>
            </a:r>
            <a:r>
              <a:rPr lang="en-GB" dirty="0" err="1"/>
              <a:t>consequat</a:t>
            </a:r>
            <a:r>
              <a:rPr lang="en-GB" dirty="0"/>
              <a:t> sociis. </a:t>
            </a:r>
            <a:r>
              <a:rPr lang="en-GB" dirty="0" err="1"/>
              <a:t>Ridiculus</a:t>
            </a:r>
            <a:r>
              <a:rPr lang="en-GB" dirty="0"/>
              <a:t> gravida vitae </a:t>
            </a:r>
            <a:r>
              <a:rPr lang="en-GB" dirty="0" err="1"/>
              <a:t>tristique</a:t>
            </a:r>
            <a:r>
              <a:rPr lang="en-GB" dirty="0"/>
              <a:t> </a:t>
            </a:r>
            <a:r>
              <a:rPr lang="en-GB" dirty="0" err="1"/>
              <a:t>pellentesque</a:t>
            </a:r>
            <a:r>
              <a:rPr lang="en-GB" dirty="0"/>
              <a:t> </a:t>
            </a:r>
            <a:r>
              <a:rPr lang="en-GB" dirty="0" err="1"/>
              <a:t>nam</a:t>
            </a:r>
            <a:r>
              <a:rPr lang="en-GB" dirty="0"/>
              <a:t>, </a:t>
            </a:r>
            <a:r>
              <a:rPr lang="en-GB" dirty="0" err="1"/>
              <a:t>porttitor</a:t>
            </a:r>
            <a:r>
              <a:rPr lang="en-GB" dirty="0"/>
              <a:t> </a:t>
            </a:r>
            <a:r>
              <a:rPr lang="en-GB" dirty="0" err="1"/>
              <a:t>nullam</a:t>
            </a:r>
            <a:r>
              <a:rPr lang="en-GB" dirty="0"/>
              <a:t> </a:t>
            </a:r>
            <a:r>
              <a:rPr lang="en-GB" dirty="0" err="1"/>
              <a:t>donec</a:t>
            </a:r>
            <a:r>
              <a:rPr lang="en-GB" dirty="0"/>
              <a:t> </a:t>
            </a:r>
            <a:r>
              <a:rPr lang="en-GB" dirty="0" err="1"/>
              <a:t>quisque</a:t>
            </a:r>
            <a:r>
              <a:rPr lang="en-GB" dirty="0"/>
              <a:t> </a:t>
            </a:r>
            <a:r>
              <a:rPr lang="en-GB" dirty="0" err="1"/>
              <a:t>orci</a:t>
            </a:r>
            <a:r>
              <a:rPr lang="en-GB" dirty="0"/>
              <a:t> </a:t>
            </a:r>
            <a:r>
              <a:rPr lang="en-GB" dirty="0" err="1"/>
              <a:t>rhoncus</a:t>
            </a:r>
            <a:r>
              <a:rPr lang="en-GB" dirty="0"/>
              <a:t>, dictum porta semper </a:t>
            </a:r>
            <a:r>
              <a:rPr lang="en-GB" dirty="0" err="1"/>
              <a:t>laoreet</a:t>
            </a:r>
            <a:r>
              <a:rPr lang="en-GB" dirty="0"/>
              <a:t>.</a:t>
            </a:r>
          </a:p>
          <a:p>
            <a:pPr algn="l"/>
            <a:r>
              <a:rPr lang="en-US" sz="19900" b="1">
                <a:solidFill>
                  <a:srgbClr val="F47321"/>
                </a:solidFill>
                <a:latin typeface="Arial" panose="020B0604020202020204" pitchFamily="34" charset="0"/>
                <a:cs typeface="Arial" panose="020B0604020202020204" pitchFamily="34" charset="0"/>
              </a:rPr>
              <a:t>9,000+</a:t>
            </a:r>
          </a:p>
          <a:p>
            <a:pPr algn="l"/>
            <a:r>
              <a:rPr lang="en-US" sz="6600" b="1">
                <a:solidFill>
                  <a:srgbClr val="F47321"/>
                </a:solidFill>
                <a:latin typeface="Arial" panose="020B0604020202020204" pitchFamily="34" charset="0"/>
                <a:cs typeface="Arial" panose="020B0604020202020204" pitchFamily="34" charset="0"/>
              </a:rPr>
              <a:t>Uhealth Study Participants</a:t>
            </a:r>
            <a:endParaRPr lang="en-GB" sz="6600" dirty="0"/>
          </a:p>
          <a:p>
            <a:br>
              <a:rPr lang="en-GB" dirty="0" err="1"/>
            </a:br>
            <a:r>
              <a:rPr lang="en-GB" dirty="0" err="1"/>
              <a:t>Quisque</a:t>
            </a:r>
            <a:r>
              <a:rPr lang="en-GB" dirty="0"/>
              <a:t> </a:t>
            </a:r>
            <a:r>
              <a:rPr lang="en-GB" dirty="0" err="1"/>
              <a:t>faucibus</a:t>
            </a:r>
            <a:r>
              <a:rPr lang="en-GB" dirty="0"/>
              <a:t> dictum </a:t>
            </a:r>
            <a:r>
              <a:rPr lang="en-GB" dirty="0" err="1"/>
              <a:t>nec</a:t>
            </a:r>
            <a:r>
              <a:rPr lang="en-GB" dirty="0"/>
              <a:t> </a:t>
            </a:r>
            <a:r>
              <a:rPr lang="en-GB" dirty="0" err="1"/>
              <a:t>rhoncus</a:t>
            </a:r>
            <a:r>
              <a:rPr lang="en-GB" dirty="0"/>
              <a:t> </a:t>
            </a:r>
            <a:r>
              <a:rPr lang="en-GB" dirty="0" err="1"/>
              <a:t>vehicula</a:t>
            </a:r>
            <a:r>
              <a:rPr lang="en-GB" dirty="0"/>
              <a:t> </a:t>
            </a:r>
            <a:r>
              <a:rPr lang="en-GB" dirty="0" err="1"/>
              <a:t>laoreet</a:t>
            </a:r>
            <a:r>
              <a:rPr lang="en-GB" dirty="0"/>
              <a:t> </a:t>
            </a:r>
            <a:r>
              <a:rPr lang="en-GB" dirty="0" err="1"/>
              <a:t>interdum</a:t>
            </a:r>
            <a:r>
              <a:rPr lang="en-GB" dirty="0"/>
              <a:t> eros, </a:t>
            </a:r>
            <a:r>
              <a:rPr lang="en-GB" dirty="0" err="1"/>
              <a:t>montes</a:t>
            </a:r>
            <a:r>
              <a:rPr lang="en-GB" dirty="0"/>
              <a:t> pharetra </a:t>
            </a:r>
            <a:r>
              <a:rPr lang="en-GB" dirty="0" err="1"/>
              <a:t>etiam</a:t>
            </a:r>
            <a:r>
              <a:rPr lang="en-GB" dirty="0"/>
              <a:t> </a:t>
            </a:r>
            <a:r>
              <a:rPr lang="en-GB" dirty="0" err="1"/>
              <a:t>quis</a:t>
            </a:r>
            <a:r>
              <a:rPr lang="en-GB" dirty="0"/>
              <a:t> </a:t>
            </a:r>
            <a:r>
              <a:rPr lang="en-GB" dirty="0" err="1"/>
              <a:t>sed</a:t>
            </a:r>
            <a:r>
              <a:rPr lang="en-GB" dirty="0"/>
              <a:t> </a:t>
            </a:r>
            <a:r>
              <a:rPr lang="en-GB" dirty="0" err="1"/>
              <a:t>tincidunt</a:t>
            </a:r>
            <a:r>
              <a:rPr lang="en-GB" dirty="0"/>
              <a:t> </a:t>
            </a:r>
            <a:r>
              <a:rPr lang="en-GB" dirty="0" err="1"/>
              <a:t>vel</a:t>
            </a:r>
            <a:r>
              <a:rPr lang="en-GB" dirty="0"/>
              <a:t> </a:t>
            </a:r>
            <a:r>
              <a:rPr lang="en-GB" dirty="0" err="1"/>
              <a:t>odio</a:t>
            </a:r>
            <a:r>
              <a:rPr lang="en-GB" dirty="0"/>
              <a:t>, parturient </a:t>
            </a:r>
            <a:r>
              <a:rPr lang="en-GB" dirty="0" err="1"/>
              <a:t>varius</a:t>
            </a:r>
            <a:r>
              <a:rPr lang="en-GB" dirty="0"/>
              <a:t> </a:t>
            </a:r>
            <a:r>
              <a:rPr lang="en-GB" dirty="0" err="1"/>
              <a:t>nullam</a:t>
            </a:r>
            <a:r>
              <a:rPr lang="en-GB" dirty="0"/>
              <a:t> </a:t>
            </a:r>
            <a:r>
              <a:rPr lang="en-GB" dirty="0" err="1"/>
              <a:t>leo</a:t>
            </a:r>
            <a:r>
              <a:rPr lang="en-GB" dirty="0"/>
              <a:t> </a:t>
            </a:r>
            <a:r>
              <a:rPr lang="en-GB" dirty="0" err="1"/>
              <a:t>mollis</a:t>
            </a:r>
            <a:r>
              <a:rPr lang="en-GB" dirty="0"/>
              <a:t> </a:t>
            </a:r>
            <a:r>
              <a:rPr lang="en-GB" dirty="0" err="1"/>
              <a:t>suspendisse</a:t>
            </a:r>
            <a:r>
              <a:rPr lang="en-GB" dirty="0"/>
              <a:t> </a:t>
            </a:r>
            <a:r>
              <a:rPr lang="en-GB" dirty="0" err="1"/>
              <a:t>habitasse</a:t>
            </a:r>
            <a:r>
              <a:rPr lang="en-GB" dirty="0"/>
              <a:t>. A </a:t>
            </a:r>
            <a:r>
              <a:rPr lang="en-GB" dirty="0" err="1"/>
              <a:t>purus</a:t>
            </a:r>
            <a:r>
              <a:rPr lang="en-GB" dirty="0"/>
              <a:t> ad </a:t>
            </a:r>
            <a:r>
              <a:rPr lang="en-GB" dirty="0" err="1"/>
              <a:t>ornare</a:t>
            </a:r>
            <a:r>
              <a:rPr lang="en-GB" dirty="0"/>
              <a:t> </a:t>
            </a:r>
            <a:r>
              <a:rPr lang="en-GB" dirty="0" err="1"/>
              <a:t>aptent</a:t>
            </a:r>
            <a:r>
              <a:rPr lang="en-GB" dirty="0"/>
              <a:t> </a:t>
            </a:r>
            <a:r>
              <a:rPr lang="en-GB" dirty="0" err="1"/>
              <a:t>malesuada</a:t>
            </a:r>
            <a:r>
              <a:rPr lang="en-GB" dirty="0"/>
              <a:t> </a:t>
            </a:r>
            <a:r>
              <a:rPr lang="en-GB" dirty="0" err="1"/>
              <a:t>quisque</a:t>
            </a:r>
            <a:r>
              <a:rPr lang="en-GB" dirty="0"/>
              <a:t>, </a:t>
            </a:r>
            <a:r>
              <a:rPr lang="en-GB" dirty="0" err="1"/>
              <a:t>nam</a:t>
            </a:r>
            <a:r>
              <a:rPr lang="en-GB" dirty="0"/>
              <a:t> ligula </a:t>
            </a:r>
            <a:r>
              <a:rPr lang="en-GB" dirty="0" err="1"/>
              <a:t>feugiat</a:t>
            </a:r>
            <a:r>
              <a:rPr lang="en-GB" dirty="0"/>
              <a:t> cursus </a:t>
            </a:r>
            <a:r>
              <a:rPr lang="en-GB" dirty="0" err="1"/>
              <a:t>proin</a:t>
            </a:r>
            <a:r>
              <a:rPr lang="en-GB" dirty="0"/>
              <a:t>, </a:t>
            </a:r>
            <a:r>
              <a:rPr lang="en-GB" dirty="0" err="1"/>
              <a:t>dictumst</a:t>
            </a:r>
            <a:r>
              <a:rPr lang="en-GB" dirty="0"/>
              <a:t> </a:t>
            </a:r>
            <a:r>
              <a:rPr lang="en-GB" dirty="0" err="1"/>
              <a:t>tincidunt</a:t>
            </a:r>
            <a:r>
              <a:rPr lang="en-GB" dirty="0"/>
              <a:t> </a:t>
            </a:r>
            <a:r>
              <a:rPr lang="en-GB" dirty="0" err="1"/>
              <a:t>aliquet</a:t>
            </a:r>
            <a:r>
              <a:rPr lang="en-GB" dirty="0"/>
              <a:t> </a:t>
            </a:r>
            <a:r>
              <a:rPr lang="en-GB" dirty="0" err="1"/>
              <a:t>cras</a:t>
            </a:r>
            <a:r>
              <a:rPr lang="en-GB" dirty="0"/>
              <a:t> </a:t>
            </a:r>
            <a:r>
              <a:rPr lang="en-GB" dirty="0" err="1"/>
              <a:t>sodales</a:t>
            </a:r>
            <a:r>
              <a:rPr lang="en-GB" dirty="0"/>
              <a:t>. </a:t>
            </a:r>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err="1"/>
          </a:p>
          <a:p>
            <a:endParaRPr lang="en-GB" dirty="0"/>
          </a:p>
          <a:p>
            <a:r>
              <a:rPr lang="en-GB" dirty="0" err="1"/>
              <a:t>Etiam</a:t>
            </a:r>
            <a:r>
              <a:rPr lang="en-GB" dirty="0"/>
              <a:t> </a:t>
            </a:r>
            <a:r>
              <a:rPr lang="en-GB" dirty="0" err="1"/>
              <a:t>eu</a:t>
            </a:r>
            <a:r>
              <a:rPr lang="en-GB" dirty="0"/>
              <a:t> </a:t>
            </a:r>
            <a:r>
              <a:rPr lang="en-GB" dirty="0" err="1"/>
              <a:t>malesuada</a:t>
            </a:r>
            <a:r>
              <a:rPr lang="en-GB" dirty="0"/>
              <a:t> </a:t>
            </a:r>
            <a:r>
              <a:rPr lang="en-GB" dirty="0" err="1"/>
              <a:t>porttitor</a:t>
            </a:r>
            <a:r>
              <a:rPr lang="en-GB" dirty="0"/>
              <a:t> </a:t>
            </a:r>
            <a:r>
              <a:rPr lang="en-GB" dirty="0" err="1"/>
              <a:t>feugiat</a:t>
            </a:r>
            <a:r>
              <a:rPr lang="en-GB" dirty="0"/>
              <a:t> convallis </a:t>
            </a:r>
            <a:r>
              <a:rPr lang="en-GB" dirty="0" err="1"/>
              <a:t>tempor</a:t>
            </a:r>
            <a:r>
              <a:rPr lang="en-GB" dirty="0"/>
              <a:t>, per </a:t>
            </a:r>
            <a:r>
              <a:rPr lang="en-GB" dirty="0" err="1"/>
              <a:t>pretium</a:t>
            </a:r>
            <a:r>
              <a:rPr lang="en-GB" dirty="0"/>
              <a:t> pharetra </a:t>
            </a:r>
            <a:r>
              <a:rPr lang="en-GB" dirty="0" err="1"/>
              <a:t>neque</a:t>
            </a:r>
            <a:r>
              <a:rPr lang="en-GB" dirty="0"/>
              <a:t> </a:t>
            </a:r>
            <a:r>
              <a:rPr lang="en-GB" dirty="0" err="1"/>
              <a:t>inceptos</a:t>
            </a:r>
            <a:r>
              <a:rPr lang="en-GB" dirty="0"/>
              <a:t> </a:t>
            </a:r>
            <a:r>
              <a:rPr lang="en-GB" dirty="0" err="1"/>
              <a:t>potenti</a:t>
            </a:r>
            <a:r>
              <a:rPr lang="en-GB" dirty="0"/>
              <a:t> </a:t>
            </a:r>
            <a:r>
              <a:rPr lang="en-GB" dirty="0" err="1"/>
              <a:t>luctus</a:t>
            </a:r>
            <a:r>
              <a:rPr lang="en-GB" dirty="0"/>
              <a:t>, parturient et </a:t>
            </a:r>
            <a:r>
              <a:rPr lang="en-GB" dirty="0" err="1"/>
              <a:t>volutpat</a:t>
            </a:r>
            <a:r>
              <a:rPr lang="en-GB" dirty="0"/>
              <a:t> </a:t>
            </a:r>
            <a:r>
              <a:rPr lang="en-GB" dirty="0" err="1"/>
              <a:t>blandit</a:t>
            </a:r>
            <a:r>
              <a:rPr lang="en-GB" dirty="0"/>
              <a:t> </a:t>
            </a:r>
            <a:r>
              <a:rPr lang="en-GB" dirty="0" err="1"/>
              <a:t>facilisi</a:t>
            </a:r>
            <a:r>
              <a:rPr lang="en-GB" dirty="0"/>
              <a:t>. </a:t>
            </a:r>
            <a:r>
              <a:rPr lang="en-GB" dirty="0" err="1"/>
              <a:t>Tristique</a:t>
            </a:r>
            <a:r>
              <a:rPr lang="en-GB" dirty="0"/>
              <a:t> et </a:t>
            </a:r>
            <a:r>
              <a:rPr lang="en-GB" dirty="0" err="1"/>
              <a:t>ridiculus</a:t>
            </a:r>
            <a:r>
              <a:rPr lang="en-GB" dirty="0"/>
              <a:t> dui </a:t>
            </a:r>
            <a:r>
              <a:rPr lang="en-GB" dirty="0" err="1"/>
              <a:t>lobortis</a:t>
            </a:r>
            <a:r>
              <a:rPr lang="en-GB" dirty="0"/>
              <a:t> </a:t>
            </a:r>
            <a:r>
              <a:rPr lang="en-GB" dirty="0" err="1"/>
              <a:t>sem</a:t>
            </a:r>
            <a:r>
              <a:rPr lang="en-GB" dirty="0"/>
              <a:t> </a:t>
            </a:r>
            <a:r>
              <a:rPr lang="en-GB" dirty="0" err="1"/>
              <a:t>nunc</a:t>
            </a:r>
            <a:r>
              <a:rPr lang="en-GB" dirty="0"/>
              <a:t> hac </a:t>
            </a:r>
            <a:r>
              <a:rPr lang="en-GB" dirty="0" err="1"/>
              <a:t>nibh</a:t>
            </a:r>
            <a:r>
              <a:rPr lang="en-GB" dirty="0"/>
              <a:t> </a:t>
            </a:r>
            <a:r>
              <a:rPr lang="en-GB" dirty="0" err="1"/>
              <a:t>vel</a:t>
            </a:r>
            <a:r>
              <a:rPr lang="en-GB" dirty="0"/>
              <a:t> </a:t>
            </a:r>
            <a:r>
              <a:rPr lang="en-GB" dirty="0" err="1"/>
              <a:t>duis</a:t>
            </a:r>
            <a:r>
              <a:rPr lang="en-GB" dirty="0"/>
              <a:t> </a:t>
            </a:r>
            <a:r>
              <a:rPr lang="en-GB" dirty="0" err="1"/>
              <a:t>curae</a:t>
            </a:r>
            <a:r>
              <a:rPr lang="en-GB" dirty="0"/>
              <a:t> </a:t>
            </a:r>
            <a:r>
              <a:rPr lang="en-GB" dirty="0" err="1"/>
              <a:t>magnis</a:t>
            </a:r>
            <a:r>
              <a:rPr lang="en-GB" dirty="0"/>
              <a:t>, </a:t>
            </a:r>
            <a:r>
              <a:rPr lang="en-GB" dirty="0" err="1"/>
              <a:t>molestie</a:t>
            </a:r>
            <a:r>
              <a:rPr lang="en-GB" dirty="0"/>
              <a:t> </a:t>
            </a:r>
            <a:r>
              <a:rPr lang="en-GB" dirty="0" err="1"/>
              <a:t>justo</a:t>
            </a:r>
            <a:r>
              <a:rPr lang="en-GB" dirty="0"/>
              <a:t> </a:t>
            </a:r>
            <a:r>
              <a:rPr lang="en-GB" dirty="0" err="1"/>
              <a:t>aptent</a:t>
            </a:r>
            <a:r>
              <a:rPr lang="en-GB" dirty="0"/>
              <a:t> lacinia </a:t>
            </a:r>
            <a:r>
              <a:rPr lang="en-GB" dirty="0" err="1"/>
              <a:t>vivamus</a:t>
            </a:r>
            <a:r>
              <a:rPr lang="en-GB" dirty="0"/>
              <a:t> </a:t>
            </a:r>
            <a:r>
              <a:rPr lang="en-GB" dirty="0" err="1"/>
              <a:t>dictumst</a:t>
            </a:r>
            <a:r>
              <a:rPr lang="en-GB" dirty="0"/>
              <a:t> </a:t>
            </a:r>
            <a:r>
              <a:rPr lang="en-GB" dirty="0" err="1"/>
              <a:t>nam</a:t>
            </a:r>
            <a:r>
              <a:rPr lang="en-GB" dirty="0"/>
              <a:t> </a:t>
            </a:r>
            <a:r>
              <a:rPr lang="en-GB" dirty="0" err="1"/>
              <a:t>sociosqu</a:t>
            </a:r>
            <a:r>
              <a:rPr lang="en-GB" dirty="0"/>
              <a:t> mi </a:t>
            </a:r>
            <a:r>
              <a:rPr lang="en-GB" dirty="0" err="1"/>
              <a:t>iaculis</a:t>
            </a:r>
            <a:r>
              <a:rPr lang="en-GB" dirty="0"/>
              <a:t> </a:t>
            </a:r>
            <a:r>
              <a:rPr lang="en-GB" dirty="0" err="1"/>
              <a:t>venenatis</a:t>
            </a:r>
            <a:r>
              <a:rPr lang="en-GB" dirty="0"/>
              <a:t> </a:t>
            </a:r>
            <a:r>
              <a:rPr lang="en-GB" dirty="0" err="1"/>
              <a:t>eleifend</a:t>
            </a:r>
            <a:r>
              <a:rPr lang="en-GB" dirty="0"/>
              <a:t>, </a:t>
            </a:r>
            <a:r>
              <a:rPr lang="en-GB" dirty="0" err="1"/>
              <a:t>arcu</a:t>
            </a:r>
            <a:r>
              <a:rPr lang="en-GB" dirty="0"/>
              <a:t> </a:t>
            </a:r>
            <a:r>
              <a:rPr lang="en-GB" dirty="0" err="1"/>
              <a:t>eget</a:t>
            </a:r>
            <a:r>
              <a:rPr lang="en-GB" dirty="0"/>
              <a:t> </a:t>
            </a:r>
            <a:r>
              <a:rPr lang="en-GB" dirty="0" err="1"/>
              <a:t>tellus</a:t>
            </a:r>
            <a:r>
              <a:rPr lang="en-GB" dirty="0"/>
              <a:t> </a:t>
            </a:r>
            <a:r>
              <a:rPr lang="en-GB" dirty="0" err="1"/>
              <a:t>proin</a:t>
            </a:r>
            <a:r>
              <a:rPr lang="en-GB" dirty="0"/>
              <a:t> </a:t>
            </a:r>
            <a:r>
              <a:rPr lang="en-GB" dirty="0" err="1"/>
              <a:t>natoque</a:t>
            </a:r>
            <a:r>
              <a:rPr lang="en-GB" dirty="0"/>
              <a:t> ligula magna </a:t>
            </a:r>
            <a:r>
              <a:rPr lang="en-GB" dirty="0" err="1"/>
              <a:t>nisl</a:t>
            </a:r>
            <a:r>
              <a:rPr lang="en-GB" dirty="0"/>
              <a:t> </a:t>
            </a:r>
            <a:r>
              <a:rPr lang="en-GB" dirty="0" err="1"/>
              <a:t>accumsan</a:t>
            </a:r>
            <a:r>
              <a:rPr lang="en-GB" dirty="0"/>
              <a:t> </a:t>
            </a:r>
            <a:r>
              <a:rPr lang="en-GB" dirty="0" err="1"/>
              <a:t>curabitur</a:t>
            </a:r>
            <a:r>
              <a:rPr lang="en-GB" dirty="0"/>
              <a:t> </a:t>
            </a:r>
            <a:r>
              <a:rPr lang="en-GB" dirty="0" err="1"/>
              <a:t>malesuada</a:t>
            </a:r>
            <a:r>
              <a:rPr lang="en-GB" dirty="0"/>
              <a:t>. </a:t>
            </a:r>
            <a:r>
              <a:rPr lang="en-GB" dirty="0" err="1"/>
              <a:t>Congue</a:t>
            </a:r>
            <a:r>
              <a:rPr lang="en-GB" dirty="0"/>
              <a:t> magna </a:t>
            </a:r>
            <a:r>
              <a:rPr lang="en-GB" dirty="0" err="1"/>
              <a:t>habitasse</a:t>
            </a:r>
            <a:r>
              <a:rPr lang="en-GB" dirty="0"/>
              <a:t> </a:t>
            </a:r>
            <a:r>
              <a:rPr lang="en-GB" dirty="0" err="1"/>
              <a:t>orci</a:t>
            </a:r>
            <a:r>
              <a:rPr lang="en-GB" dirty="0"/>
              <a:t> </a:t>
            </a:r>
            <a:r>
              <a:rPr lang="en-GB" dirty="0" err="1"/>
              <a:t>volutpat</a:t>
            </a:r>
            <a:r>
              <a:rPr lang="en-GB" dirty="0"/>
              <a:t> </a:t>
            </a:r>
            <a:r>
              <a:rPr lang="en-GB" dirty="0" err="1"/>
              <a:t>donec</a:t>
            </a:r>
            <a:r>
              <a:rPr lang="en-GB" dirty="0"/>
              <a:t> </a:t>
            </a:r>
            <a:r>
              <a:rPr lang="en-GB" dirty="0" err="1"/>
              <a:t>sociosqu</a:t>
            </a:r>
            <a:r>
              <a:rPr lang="en-GB" dirty="0"/>
              <a:t> ligula </a:t>
            </a:r>
            <a:r>
              <a:rPr lang="en-GB" dirty="0" err="1"/>
              <a:t>urna</a:t>
            </a:r>
            <a:r>
              <a:rPr lang="en-GB" dirty="0"/>
              <a:t> vitae, nisi pulvinar </a:t>
            </a:r>
            <a:r>
              <a:rPr lang="en-GB" dirty="0" err="1"/>
              <a:t>suspendisse</a:t>
            </a:r>
            <a:r>
              <a:rPr lang="en-GB" dirty="0"/>
              <a:t> </a:t>
            </a:r>
            <a:r>
              <a:rPr lang="en-GB" dirty="0" err="1"/>
              <a:t>aptent</a:t>
            </a:r>
            <a:r>
              <a:rPr lang="en-GB" dirty="0"/>
              <a:t> </a:t>
            </a:r>
            <a:r>
              <a:rPr lang="en-GB" dirty="0" err="1"/>
              <a:t>netus</a:t>
            </a:r>
            <a:r>
              <a:rPr lang="en-GB" dirty="0"/>
              <a:t> </a:t>
            </a:r>
            <a:r>
              <a:rPr lang="en-GB" dirty="0" err="1"/>
              <a:t>inceptos</a:t>
            </a:r>
            <a:r>
              <a:rPr lang="en-GB" dirty="0"/>
              <a:t> ac.</a:t>
            </a:r>
          </a:p>
          <a:p>
            <a:endParaRPr lang="en-GB" dirty="0"/>
          </a:p>
          <a:p>
            <a:endParaRPr lang="en-GB" dirty="0"/>
          </a:p>
          <a:p>
            <a:endParaRPr lang="en-GB" dirty="0"/>
          </a:p>
          <a:p>
            <a:endParaRPr lang="en-US" sz="3200">
              <a:solidFill>
                <a:schemeClr val="tx1">
                  <a:lumMod val="95000"/>
                  <a:lumOff val="5000"/>
                </a:schemeClr>
              </a:solidFill>
              <a:latin typeface="Arial" panose="020B0604020202020204" pitchFamily="34" charset="0"/>
              <a:cs typeface="Arial" panose="020B0604020202020204" pitchFamily="34" charset="0"/>
            </a:endParaRPr>
          </a:p>
          <a:p>
            <a:endParaRPr lang="en-US"/>
          </a:p>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endParaRPr lang="en-GB" dirty="0"/>
          </a:p>
        </p:txBody>
      </p:sp>
      <p:graphicFrame>
        <p:nvGraphicFramePr>
          <p:cNvPr id="2" name="Chart 1">
            <a:extLst>
              <a:ext uri="{FF2B5EF4-FFF2-40B4-BE49-F238E27FC236}">
                <a16:creationId xmlns:a16="http://schemas.microsoft.com/office/drawing/2014/main" id="{B0728C60-16CA-3A35-EC35-E11A9951BB6C}"/>
              </a:ext>
            </a:extLst>
          </p:cNvPr>
          <p:cNvGraphicFramePr/>
          <p:nvPr/>
        </p:nvGraphicFramePr>
        <p:xfrm>
          <a:off x="30232769" y="15981374"/>
          <a:ext cx="5597271" cy="40286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37B60AC7-E1BA-0795-ECC3-D5B6E8ED16FF}"/>
              </a:ext>
            </a:extLst>
          </p:cNvPr>
          <p:cNvGraphicFramePr/>
          <p:nvPr/>
        </p:nvGraphicFramePr>
        <p:xfrm>
          <a:off x="36211128" y="15927850"/>
          <a:ext cx="5597271" cy="4028674"/>
        </p:xfrm>
        <a:graphic>
          <a:graphicData uri="http://schemas.openxmlformats.org/drawingml/2006/chart">
            <c:chart xmlns:c="http://schemas.openxmlformats.org/drawingml/2006/chart" xmlns:r="http://schemas.openxmlformats.org/officeDocument/2006/relationships" r:id="rId4"/>
          </a:graphicData>
        </a:graphic>
      </p:graphicFrame>
      <p:pic>
        <p:nvPicPr>
          <p:cNvPr id="4" name="Picture 3">
            <a:extLst>
              <a:ext uri="{FF2B5EF4-FFF2-40B4-BE49-F238E27FC236}">
                <a16:creationId xmlns:a16="http://schemas.microsoft.com/office/drawing/2014/main" id="{847A6118-3D4F-6E32-C760-7CA467A47EDB}"/>
              </a:ext>
            </a:extLst>
          </p:cNvPr>
          <p:cNvPicPr>
            <a:picLocks noChangeAspect="1"/>
          </p:cNvPicPr>
          <p:nvPr/>
        </p:nvPicPr>
        <p:blipFill rotWithShape="1">
          <a:blip r:embed="rId5"/>
          <a:srcRect l="553" t="442" r="654" b="821"/>
          <a:stretch/>
        </p:blipFill>
        <p:spPr>
          <a:xfrm>
            <a:off x="15613667" y="6032809"/>
            <a:ext cx="12437834" cy="9274763"/>
          </a:xfrm>
          <a:prstGeom prst="rect">
            <a:avLst/>
          </a:prstGeom>
          <a:ln w="25400">
            <a:noFill/>
          </a:ln>
        </p:spPr>
      </p:pic>
      <p:pic>
        <p:nvPicPr>
          <p:cNvPr id="5" name="Picture 4">
            <a:extLst>
              <a:ext uri="{FF2B5EF4-FFF2-40B4-BE49-F238E27FC236}">
                <a16:creationId xmlns:a16="http://schemas.microsoft.com/office/drawing/2014/main" id="{F818DFB7-F004-34A8-9B00-EEA5B63C1D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90567" y="14452863"/>
            <a:ext cx="12032357" cy="80061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2D1DE51-86BA-EF46-3CB4-FD5C983E6885}"/>
              </a:ext>
            </a:extLst>
          </p:cNvPr>
          <p:cNvSpPr txBox="1"/>
          <p:nvPr/>
        </p:nvSpPr>
        <p:spPr>
          <a:xfrm>
            <a:off x="1509567" y="9655410"/>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OBJECTIVES</a:t>
            </a:r>
          </a:p>
        </p:txBody>
      </p:sp>
      <p:sp>
        <p:nvSpPr>
          <p:cNvPr id="7" name="TextBox 6">
            <a:extLst>
              <a:ext uri="{FF2B5EF4-FFF2-40B4-BE49-F238E27FC236}">
                <a16:creationId xmlns:a16="http://schemas.microsoft.com/office/drawing/2014/main" id="{AAF4A01D-9F8A-0D91-AAC3-4DD2502B3758}"/>
              </a:ext>
            </a:extLst>
          </p:cNvPr>
          <p:cNvSpPr txBox="1"/>
          <p:nvPr/>
        </p:nvSpPr>
        <p:spPr>
          <a:xfrm>
            <a:off x="1509567" y="23284453"/>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METHODS</a:t>
            </a:r>
          </a:p>
        </p:txBody>
      </p:sp>
      <p:sp>
        <p:nvSpPr>
          <p:cNvPr id="10" name="TextBox 9">
            <a:extLst>
              <a:ext uri="{FF2B5EF4-FFF2-40B4-BE49-F238E27FC236}">
                <a16:creationId xmlns:a16="http://schemas.microsoft.com/office/drawing/2014/main" id="{42D2279A-7ADD-B093-81FC-D052791A6706}"/>
              </a:ext>
            </a:extLst>
          </p:cNvPr>
          <p:cNvSpPr txBox="1"/>
          <p:nvPr/>
        </p:nvSpPr>
        <p:spPr>
          <a:xfrm>
            <a:off x="15539332" y="16127033"/>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LOREM IPSUM DOLR SIT</a:t>
            </a:r>
          </a:p>
        </p:txBody>
      </p:sp>
      <p:sp>
        <p:nvSpPr>
          <p:cNvPr id="11" name="TextBox 10">
            <a:extLst>
              <a:ext uri="{FF2B5EF4-FFF2-40B4-BE49-F238E27FC236}">
                <a16:creationId xmlns:a16="http://schemas.microsoft.com/office/drawing/2014/main" id="{C69B6216-E824-7EC6-96E1-DDE4D626798E}"/>
              </a:ext>
            </a:extLst>
          </p:cNvPr>
          <p:cNvSpPr txBox="1"/>
          <p:nvPr/>
        </p:nvSpPr>
        <p:spPr>
          <a:xfrm>
            <a:off x="30160768" y="25297030"/>
            <a:ext cx="122064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CONCLUSION</a:t>
            </a:r>
          </a:p>
        </p:txBody>
      </p:sp>
    </p:spTree>
    <p:extLst>
      <p:ext uri="{BB962C8B-B14F-4D97-AF65-F5344CB8AC3E}">
        <p14:creationId xmlns:p14="http://schemas.microsoft.com/office/powerpoint/2010/main" val="29611873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3466</TotalTime>
  <Words>3757</Words>
  <Application>Microsoft Office PowerPoint</Application>
  <PresentationFormat>Custom</PresentationFormat>
  <Paragraphs>226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Include a title for the research study</vt:lpstr>
      <vt:lpstr>Include a title for the research study</vt:lpstr>
      <vt:lpstr>Include a title for the research study</vt:lpstr>
      <vt:lpstr>Include a title for the research study</vt:lpstr>
      <vt:lpstr>Include a title for the research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dc:title>
  <dc:creator>Matt Thrower</dc:creator>
  <cp:lastModifiedBy>Ransford, Daru Laurel Lane</cp:lastModifiedBy>
  <cp:revision>58</cp:revision>
  <dcterms:created xsi:type="dcterms:W3CDTF">2020-04-29T13:33:34Z</dcterms:created>
  <dcterms:modified xsi:type="dcterms:W3CDTF">2026-10-15T18:25:20Z</dcterms:modified>
</cp:coreProperties>
</file>